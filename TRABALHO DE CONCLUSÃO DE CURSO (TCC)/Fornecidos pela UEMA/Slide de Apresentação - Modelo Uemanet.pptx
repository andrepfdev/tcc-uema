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69" r:id="rId4"/>
    <p:sldId id="270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12192000" cy="6858000"/>
  <p:embeddedFontLst>
    <p:embeddedFont>
      <p:font typeface="Poppins" panose="00000500000000000000" pitchFamily="2" charset="0"/>
      <p:regular r:id="rId17"/>
      <p:bold r:id="rId18"/>
      <p:italic r:id="rId19"/>
      <p:boldItalic r:id="rId20"/>
    </p:embeddedFont>
    <p:embeddedFont>
      <p:font typeface="Urbanist" panose="020B0604020202020204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5" roundtripDataSignature="AMtx7mh9RFdh/RTqxbjq40MgdDX0/XOOe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6" d="100"/>
          <a:sy n="76" d="100"/>
        </p:scale>
        <p:origin x="840" y="48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5283200" cy="344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6905625" y="0"/>
            <a:ext cx="5283200" cy="344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‹nº›</a:t>
            </a:fld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" name="Google Shape;77;p1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1:notes"/>
          <p:cNvSpPr txBox="1">
            <a:spLocks noGrp="1"/>
          </p:cNvSpPr>
          <p:nvPr>
            <p:ph type="sldNum" idx="12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2:notes"/>
          <p:cNvSpPr txBox="1">
            <a:spLocks noGrp="1"/>
          </p:cNvSpPr>
          <p:nvPr>
            <p:ph type="sldNum" idx="12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43386BF8-498C-5551-085E-027CF24A40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>
            <a:extLst>
              <a:ext uri="{FF2B5EF4-FFF2-40B4-BE49-F238E27FC236}">
                <a16:creationId xmlns:a16="http://schemas.microsoft.com/office/drawing/2014/main" id="{C9E2AD89-F56C-E243-1F00-A058029AB90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" name="Google Shape;87;p2:notes">
            <a:extLst>
              <a:ext uri="{FF2B5EF4-FFF2-40B4-BE49-F238E27FC236}">
                <a16:creationId xmlns:a16="http://schemas.microsoft.com/office/drawing/2014/main" id="{54A9A6AD-5C3F-934E-1907-9ECB209EB9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2:notes">
            <a:extLst>
              <a:ext uri="{FF2B5EF4-FFF2-40B4-BE49-F238E27FC236}">
                <a16:creationId xmlns:a16="http://schemas.microsoft.com/office/drawing/2014/main" id="{55DF759A-A7BC-8EFE-43A9-B8BEF1AA4F8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108489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6FCB098C-B10E-34F9-CB31-4F99BBEA33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>
            <a:extLst>
              <a:ext uri="{FF2B5EF4-FFF2-40B4-BE49-F238E27FC236}">
                <a16:creationId xmlns:a16="http://schemas.microsoft.com/office/drawing/2014/main" id="{65EF012E-F0C2-3DC2-D27E-1760618BE5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" name="Google Shape;87;p2:notes">
            <a:extLst>
              <a:ext uri="{FF2B5EF4-FFF2-40B4-BE49-F238E27FC236}">
                <a16:creationId xmlns:a16="http://schemas.microsoft.com/office/drawing/2014/main" id="{AA5A9930-5BC9-4FBC-1A98-A4BC4B1D7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2:notes">
            <a:extLst>
              <a:ext uri="{FF2B5EF4-FFF2-40B4-BE49-F238E27FC236}">
                <a16:creationId xmlns:a16="http://schemas.microsoft.com/office/drawing/2014/main" id="{134FD734-3811-F0F7-6719-CDDF3F3163F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128580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7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8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9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0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1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2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.jpg"/><Relationship Id="rId5" Type="http://schemas.openxmlformats.org/officeDocument/2006/relationships/image" Target="../media/image12.jpg"/><Relationship Id="rId4" Type="http://schemas.openxmlformats.org/officeDocument/2006/relationships/image" Target="../media/image3.png"/><Relationship Id="rId9" Type="http://schemas.openxmlformats.org/officeDocument/2006/relationships/image" Target="../media/image11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obj">
  <p:cSld name="OBJEC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5"/>
          <p:cNvSpPr/>
          <p:nvPr/>
        </p:nvSpPr>
        <p:spPr>
          <a:xfrm>
            <a:off x="126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 extrusionOk="0">
                <a:moveTo>
                  <a:pt x="12191987" y="0"/>
                </a:moveTo>
                <a:lnTo>
                  <a:pt x="0" y="0"/>
                </a:lnTo>
                <a:lnTo>
                  <a:pt x="0" y="6858000"/>
                </a:lnTo>
                <a:lnTo>
                  <a:pt x="12191987" y="6858000"/>
                </a:lnTo>
                <a:lnTo>
                  <a:pt x="12191987" y="0"/>
                </a:lnTo>
                <a:close/>
              </a:path>
            </a:pathLst>
          </a:custGeom>
          <a:solidFill>
            <a:srgbClr val="F1EBE8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" name="Google Shape;22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298915" y="5857341"/>
            <a:ext cx="1750542" cy="89999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63947" y="0"/>
            <a:ext cx="7328166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2165" y="5911329"/>
            <a:ext cx="1936750" cy="396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25;p1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62165" y="6306489"/>
            <a:ext cx="1936750" cy="396849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15"/>
          <p:cNvSpPr txBox="1">
            <a:spLocks noGrp="1"/>
          </p:cNvSpPr>
          <p:nvPr>
            <p:ph type="ctrTitle"/>
          </p:nvPr>
        </p:nvSpPr>
        <p:spPr>
          <a:xfrm>
            <a:off x="345894" y="295833"/>
            <a:ext cx="4424680" cy="7880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950" b="1" i="0">
                <a:solidFill>
                  <a:srgbClr val="133F67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5"/>
          <p:cNvSpPr txBox="1">
            <a:spLocks noGrp="1"/>
          </p:cNvSpPr>
          <p:nvPr>
            <p:ph type="subTitle" idx="1"/>
          </p:nvPr>
        </p:nvSpPr>
        <p:spPr>
          <a:xfrm>
            <a:off x="1829752" y="3840480"/>
            <a:ext cx="8538845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>
                <a:solidFill>
                  <a:srgbClr val="484B4D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5"/>
          <p:cNvSpPr txBox="1">
            <a:spLocks noGrp="1"/>
          </p:cNvSpPr>
          <p:nvPr>
            <p:ph type="ftr" idx="11"/>
          </p:nvPr>
        </p:nvSpPr>
        <p:spPr>
          <a:xfrm>
            <a:off x="337058" y="6479387"/>
            <a:ext cx="2743835" cy="2171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5"/>
          <p:cNvSpPr txBox="1">
            <a:spLocks noGrp="1"/>
          </p:cNvSpPr>
          <p:nvPr>
            <p:ph type="dt" idx="10"/>
          </p:nvPr>
        </p:nvSpPr>
        <p:spPr>
          <a:xfrm>
            <a:off x="609917" y="6377940"/>
            <a:ext cx="28056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5"/>
          <p:cNvSpPr txBox="1">
            <a:spLocks noGrp="1"/>
          </p:cNvSpPr>
          <p:nvPr>
            <p:ph type="sldNum" idx="12"/>
          </p:nvPr>
        </p:nvSpPr>
        <p:spPr>
          <a:xfrm>
            <a:off x="8782812" y="6377940"/>
            <a:ext cx="28056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Content">
  <p:cSld name="Title and Conten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6"/>
          <p:cNvSpPr txBox="1">
            <a:spLocks noGrp="1"/>
          </p:cNvSpPr>
          <p:nvPr>
            <p:ph type="title"/>
          </p:nvPr>
        </p:nvSpPr>
        <p:spPr>
          <a:xfrm>
            <a:off x="345876" y="510038"/>
            <a:ext cx="6918972" cy="633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950" b="1" i="0">
                <a:solidFill>
                  <a:srgbClr val="133F67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6"/>
          <p:cNvSpPr txBox="1">
            <a:spLocks noGrp="1"/>
          </p:cNvSpPr>
          <p:nvPr>
            <p:ph type="body" idx="1"/>
          </p:nvPr>
        </p:nvSpPr>
        <p:spPr>
          <a:xfrm>
            <a:off x="704490" y="1641449"/>
            <a:ext cx="10793730" cy="3865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>
                <a:solidFill>
                  <a:srgbClr val="484B4D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6"/>
          <p:cNvSpPr txBox="1">
            <a:spLocks noGrp="1"/>
          </p:cNvSpPr>
          <p:nvPr>
            <p:ph type="ftr" idx="11"/>
          </p:nvPr>
        </p:nvSpPr>
        <p:spPr>
          <a:xfrm>
            <a:off x="337058" y="6479387"/>
            <a:ext cx="2743835" cy="2171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6"/>
          <p:cNvSpPr txBox="1">
            <a:spLocks noGrp="1"/>
          </p:cNvSpPr>
          <p:nvPr>
            <p:ph type="dt" idx="10"/>
          </p:nvPr>
        </p:nvSpPr>
        <p:spPr>
          <a:xfrm>
            <a:off x="609917" y="6377940"/>
            <a:ext cx="28056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6"/>
          <p:cNvSpPr txBox="1">
            <a:spLocks noGrp="1"/>
          </p:cNvSpPr>
          <p:nvPr>
            <p:ph type="sldNum" idx="12"/>
          </p:nvPr>
        </p:nvSpPr>
        <p:spPr>
          <a:xfrm>
            <a:off x="8782812" y="6377940"/>
            <a:ext cx="28056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>
  <p:cSld name="Title Only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7"/>
          <p:cNvSpPr/>
          <p:nvPr/>
        </p:nvSpPr>
        <p:spPr>
          <a:xfrm>
            <a:off x="0" y="6343650"/>
            <a:ext cx="1689100" cy="514350"/>
          </a:xfrm>
          <a:custGeom>
            <a:avLst/>
            <a:gdLst/>
            <a:ahLst/>
            <a:cxnLst/>
            <a:rect l="l" t="t" r="r" b="b"/>
            <a:pathLst>
              <a:path w="1689100" h="514350" extrusionOk="0">
                <a:moveTo>
                  <a:pt x="1688617" y="0"/>
                </a:moveTo>
                <a:lnTo>
                  <a:pt x="0" y="0"/>
                </a:lnTo>
                <a:lnTo>
                  <a:pt x="0" y="514350"/>
                </a:lnTo>
                <a:lnTo>
                  <a:pt x="1129423" y="514350"/>
                </a:lnTo>
                <a:lnTo>
                  <a:pt x="1688617" y="0"/>
                </a:lnTo>
                <a:close/>
              </a:path>
            </a:pathLst>
          </a:custGeom>
          <a:solidFill>
            <a:srgbClr val="484B4D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17"/>
          <p:cNvSpPr/>
          <p:nvPr/>
        </p:nvSpPr>
        <p:spPr>
          <a:xfrm>
            <a:off x="1129417" y="6343650"/>
            <a:ext cx="11062970" cy="514350"/>
          </a:xfrm>
          <a:custGeom>
            <a:avLst/>
            <a:gdLst/>
            <a:ahLst/>
            <a:cxnLst/>
            <a:rect l="l" t="t" r="r" b="b"/>
            <a:pathLst>
              <a:path w="11062970" h="514350" extrusionOk="0">
                <a:moveTo>
                  <a:pt x="11062703" y="0"/>
                </a:moveTo>
                <a:lnTo>
                  <a:pt x="559193" y="0"/>
                </a:lnTo>
                <a:lnTo>
                  <a:pt x="0" y="514350"/>
                </a:lnTo>
                <a:lnTo>
                  <a:pt x="11062703" y="514350"/>
                </a:lnTo>
                <a:lnTo>
                  <a:pt x="11062703" y="0"/>
                </a:lnTo>
                <a:close/>
              </a:path>
            </a:pathLst>
          </a:custGeom>
          <a:solidFill>
            <a:srgbClr val="133F67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" name="Google Shape;40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793806" y="6253988"/>
            <a:ext cx="1362265" cy="89662"/>
          </a:xfrm>
          <a:prstGeom prst="rect">
            <a:avLst/>
          </a:prstGeom>
          <a:noFill/>
          <a:ln>
            <a:noFill/>
          </a:ln>
        </p:spPr>
      </p:pic>
      <p:pic>
        <p:nvPicPr>
          <p:cNvPr id="41" name="Google Shape;41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93806" y="6343650"/>
            <a:ext cx="1362265" cy="51435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17"/>
          <p:cNvSpPr/>
          <p:nvPr/>
        </p:nvSpPr>
        <p:spPr>
          <a:xfrm>
            <a:off x="353301" y="1778647"/>
            <a:ext cx="10795" cy="3328670"/>
          </a:xfrm>
          <a:custGeom>
            <a:avLst/>
            <a:gdLst/>
            <a:ahLst/>
            <a:cxnLst/>
            <a:rect l="l" t="t" r="r" b="b"/>
            <a:pathLst>
              <a:path w="10795" h="3328670" extrusionOk="0">
                <a:moveTo>
                  <a:pt x="10579" y="0"/>
                </a:moveTo>
                <a:lnTo>
                  <a:pt x="0" y="0"/>
                </a:lnTo>
                <a:lnTo>
                  <a:pt x="0" y="3328225"/>
                </a:lnTo>
                <a:lnTo>
                  <a:pt x="10579" y="3328225"/>
                </a:lnTo>
                <a:lnTo>
                  <a:pt x="10579" y="0"/>
                </a:lnTo>
                <a:close/>
              </a:path>
            </a:pathLst>
          </a:custGeom>
          <a:solidFill>
            <a:srgbClr val="97999A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" name="Google Shape;43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4196" y="4292664"/>
            <a:ext cx="108788" cy="108775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17"/>
          <p:cNvSpPr/>
          <p:nvPr/>
        </p:nvSpPr>
        <p:spPr>
          <a:xfrm>
            <a:off x="331050" y="1751126"/>
            <a:ext cx="55244" cy="1478280"/>
          </a:xfrm>
          <a:custGeom>
            <a:avLst/>
            <a:gdLst/>
            <a:ahLst/>
            <a:cxnLst/>
            <a:rect l="l" t="t" r="r" b="b"/>
            <a:pathLst>
              <a:path w="55245" h="1478280" extrusionOk="0">
                <a:moveTo>
                  <a:pt x="55067" y="1450213"/>
                </a:moveTo>
                <a:lnTo>
                  <a:pt x="52908" y="1439494"/>
                </a:lnTo>
                <a:lnTo>
                  <a:pt x="47002" y="1430743"/>
                </a:lnTo>
                <a:lnTo>
                  <a:pt x="38252" y="1424838"/>
                </a:lnTo>
                <a:lnTo>
                  <a:pt x="27533" y="1422679"/>
                </a:lnTo>
                <a:lnTo>
                  <a:pt x="16814" y="1424838"/>
                </a:lnTo>
                <a:lnTo>
                  <a:pt x="8064" y="1430743"/>
                </a:lnTo>
                <a:lnTo>
                  <a:pt x="2159" y="1439494"/>
                </a:lnTo>
                <a:lnTo>
                  <a:pt x="0" y="1450213"/>
                </a:lnTo>
                <a:lnTo>
                  <a:pt x="2159" y="1460919"/>
                </a:lnTo>
                <a:lnTo>
                  <a:pt x="8064" y="1469669"/>
                </a:lnTo>
                <a:lnTo>
                  <a:pt x="16814" y="1475574"/>
                </a:lnTo>
                <a:lnTo>
                  <a:pt x="27533" y="1477733"/>
                </a:lnTo>
                <a:lnTo>
                  <a:pt x="38252" y="1475574"/>
                </a:lnTo>
                <a:lnTo>
                  <a:pt x="47002" y="1469669"/>
                </a:lnTo>
                <a:lnTo>
                  <a:pt x="52908" y="1460919"/>
                </a:lnTo>
                <a:lnTo>
                  <a:pt x="55067" y="1450213"/>
                </a:lnTo>
                <a:close/>
              </a:path>
              <a:path w="55245" h="1478280" extrusionOk="0">
                <a:moveTo>
                  <a:pt x="55067" y="27533"/>
                </a:moveTo>
                <a:lnTo>
                  <a:pt x="52908" y="16814"/>
                </a:lnTo>
                <a:lnTo>
                  <a:pt x="47002" y="8064"/>
                </a:lnTo>
                <a:lnTo>
                  <a:pt x="38252" y="2171"/>
                </a:lnTo>
                <a:lnTo>
                  <a:pt x="27533" y="0"/>
                </a:lnTo>
                <a:lnTo>
                  <a:pt x="16814" y="2171"/>
                </a:lnTo>
                <a:lnTo>
                  <a:pt x="8064" y="8064"/>
                </a:lnTo>
                <a:lnTo>
                  <a:pt x="2159" y="16814"/>
                </a:lnTo>
                <a:lnTo>
                  <a:pt x="0" y="27533"/>
                </a:lnTo>
                <a:lnTo>
                  <a:pt x="2159" y="38252"/>
                </a:lnTo>
                <a:lnTo>
                  <a:pt x="8064" y="47002"/>
                </a:lnTo>
                <a:lnTo>
                  <a:pt x="16814" y="52895"/>
                </a:lnTo>
                <a:lnTo>
                  <a:pt x="27533" y="55054"/>
                </a:lnTo>
                <a:lnTo>
                  <a:pt x="38252" y="52895"/>
                </a:lnTo>
                <a:lnTo>
                  <a:pt x="47002" y="47002"/>
                </a:lnTo>
                <a:lnTo>
                  <a:pt x="52908" y="38252"/>
                </a:lnTo>
                <a:lnTo>
                  <a:pt x="55067" y="27533"/>
                </a:lnTo>
                <a:close/>
              </a:path>
            </a:pathLst>
          </a:custGeom>
          <a:solidFill>
            <a:srgbClr val="97999A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5" name="Google Shape;45;p1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264040" y="6259982"/>
            <a:ext cx="1527505" cy="83667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Google Shape;46;p17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264040" y="6343649"/>
            <a:ext cx="1527505" cy="257606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Google Shape;47;p17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264040" y="6600393"/>
            <a:ext cx="1527505" cy="257606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17"/>
          <p:cNvSpPr txBox="1">
            <a:spLocks noGrp="1"/>
          </p:cNvSpPr>
          <p:nvPr>
            <p:ph type="title"/>
          </p:nvPr>
        </p:nvSpPr>
        <p:spPr>
          <a:xfrm>
            <a:off x="345876" y="510038"/>
            <a:ext cx="6918972" cy="633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950" b="1" i="0">
                <a:solidFill>
                  <a:srgbClr val="133F67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7"/>
          <p:cNvSpPr txBox="1">
            <a:spLocks noGrp="1"/>
          </p:cNvSpPr>
          <p:nvPr>
            <p:ph type="ftr" idx="11"/>
          </p:nvPr>
        </p:nvSpPr>
        <p:spPr>
          <a:xfrm>
            <a:off x="337058" y="6479387"/>
            <a:ext cx="2743835" cy="2171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17"/>
          <p:cNvSpPr txBox="1">
            <a:spLocks noGrp="1"/>
          </p:cNvSpPr>
          <p:nvPr>
            <p:ph type="dt" idx="10"/>
          </p:nvPr>
        </p:nvSpPr>
        <p:spPr>
          <a:xfrm>
            <a:off x="609917" y="6377940"/>
            <a:ext cx="28056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7"/>
          <p:cNvSpPr txBox="1">
            <a:spLocks noGrp="1"/>
          </p:cNvSpPr>
          <p:nvPr>
            <p:ph type="sldNum" idx="12"/>
          </p:nvPr>
        </p:nvSpPr>
        <p:spPr>
          <a:xfrm>
            <a:off x="8782812" y="6377940"/>
            <a:ext cx="28056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wo Content">
  <p:cSld name="Two Content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8"/>
          <p:cNvSpPr/>
          <p:nvPr/>
        </p:nvSpPr>
        <p:spPr>
          <a:xfrm>
            <a:off x="353301" y="1784807"/>
            <a:ext cx="10795" cy="3328670"/>
          </a:xfrm>
          <a:custGeom>
            <a:avLst/>
            <a:gdLst/>
            <a:ahLst/>
            <a:cxnLst/>
            <a:rect l="l" t="t" r="r" b="b"/>
            <a:pathLst>
              <a:path w="10795" h="3328670" extrusionOk="0">
                <a:moveTo>
                  <a:pt x="10579" y="0"/>
                </a:moveTo>
                <a:lnTo>
                  <a:pt x="0" y="0"/>
                </a:lnTo>
                <a:lnTo>
                  <a:pt x="0" y="3328225"/>
                </a:lnTo>
                <a:lnTo>
                  <a:pt x="10579" y="3328225"/>
                </a:lnTo>
                <a:lnTo>
                  <a:pt x="10579" y="0"/>
                </a:lnTo>
                <a:close/>
              </a:path>
            </a:pathLst>
          </a:custGeom>
          <a:solidFill>
            <a:srgbClr val="97999A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4" name="Google Shape;54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04195" y="1744974"/>
            <a:ext cx="108788" cy="108775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8"/>
          <p:cNvSpPr/>
          <p:nvPr/>
        </p:nvSpPr>
        <p:spPr>
          <a:xfrm>
            <a:off x="331050" y="3179952"/>
            <a:ext cx="55244" cy="1200785"/>
          </a:xfrm>
          <a:custGeom>
            <a:avLst/>
            <a:gdLst/>
            <a:ahLst/>
            <a:cxnLst/>
            <a:rect l="l" t="t" r="r" b="b"/>
            <a:pathLst>
              <a:path w="55245" h="1200785" extrusionOk="0">
                <a:moveTo>
                  <a:pt x="55067" y="1173264"/>
                </a:moveTo>
                <a:lnTo>
                  <a:pt x="52895" y="1162545"/>
                </a:lnTo>
                <a:lnTo>
                  <a:pt x="47002" y="1153795"/>
                </a:lnTo>
                <a:lnTo>
                  <a:pt x="38252" y="1147889"/>
                </a:lnTo>
                <a:lnTo>
                  <a:pt x="27533" y="1145730"/>
                </a:lnTo>
                <a:lnTo>
                  <a:pt x="16814" y="1147889"/>
                </a:lnTo>
                <a:lnTo>
                  <a:pt x="8064" y="1153795"/>
                </a:lnTo>
                <a:lnTo>
                  <a:pt x="2159" y="1162545"/>
                </a:lnTo>
                <a:lnTo>
                  <a:pt x="0" y="1173264"/>
                </a:lnTo>
                <a:lnTo>
                  <a:pt x="2159" y="1183970"/>
                </a:lnTo>
                <a:lnTo>
                  <a:pt x="8064" y="1192720"/>
                </a:lnTo>
                <a:lnTo>
                  <a:pt x="16814" y="1198626"/>
                </a:lnTo>
                <a:lnTo>
                  <a:pt x="27533" y="1200785"/>
                </a:lnTo>
                <a:lnTo>
                  <a:pt x="38252" y="1198626"/>
                </a:lnTo>
                <a:lnTo>
                  <a:pt x="47002" y="1192720"/>
                </a:lnTo>
                <a:lnTo>
                  <a:pt x="52895" y="1183970"/>
                </a:lnTo>
                <a:lnTo>
                  <a:pt x="55067" y="1173264"/>
                </a:lnTo>
                <a:close/>
              </a:path>
              <a:path w="55245" h="1200785" extrusionOk="0">
                <a:moveTo>
                  <a:pt x="55067" y="27533"/>
                </a:moveTo>
                <a:lnTo>
                  <a:pt x="52895" y="16814"/>
                </a:lnTo>
                <a:lnTo>
                  <a:pt x="47002" y="8064"/>
                </a:lnTo>
                <a:lnTo>
                  <a:pt x="38252" y="2171"/>
                </a:lnTo>
                <a:lnTo>
                  <a:pt x="27533" y="0"/>
                </a:lnTo>
                <a:lnTo>
                  <a:pt x="16814" y="2171"/>
                </a:lnTo>
                <a:lnTo>
                  <a:pt x="8064" y="8064"/>
                </a:lnTo>
                <a:lnTo>
                  <a:pt x="2159" y="16814"/>
                </a:lnTo>
                <a:lnTo>
                  <a:pt x="0" y="27533"/>
                </a:lnTo>
                <a:lnTo>
                  <a:pt x="2159" y="38252"/>
                </a:lnTo>
                <a:lnTo>
                  <a:pt x="8064" y="46990"/>
                </a:lnTo>
                <a:lnTo>
                  <a:pt x="16814" y="52895"/>
                </a:lnTo>
                <a:lnTo>
                  <a:pt x="27533" y="55054"/>
                </a:lnTo>
                <a:lnTo>
                  <a:pt x="38252" y="52895"/>
                </a:lnTo>
                <a:lnTo>
                  <a:pt x="47002" y="46990"/>
                </a:lnTo>
                <a:lnTo>
                  <a:pt x="52895" y="38252"/>
                </a:lnTo>
                <a:lnTo>
                  <a:pt x="55067" y="27533"/>
                </a:lnTo>
                <a:close/>
              </a:path>
            </a:pathLst>
          </a:custGeom>
          <a:solidFill>
            <a:srgbClr val="97999A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18"/>
          <p:cNvSpPr/>
          <p:nvPr/>
        </p:nvSpPr>
        <p:spPr>
          <a:xfrm>
            <a:off x="0" y="6343650"/>
            <a:ext cx="1689100" cy="514350"/>
          </a:xfrm>
          <a:custGeom>
            <a:avLst/>
            <a:gdLst/>
            <a:ahLst/>
            <a:cxnLst/>
            <a:rect l="l" t="t" r="r" b="b"/>
            <a:pathLst>
              <a:path w="1689100" h="514350" extrusionOk="0">
                <a:moveTo>
                  <a:pt x="1688617" y="0"/>
                </a:moveTo>
                <a:lnTo>
                  <a:pt x="0" y="0"/>
                </a:lnTo>
                <a:lnTo>
                  <a:pt x="0" y="514350"/>
                </a:lnTo>
                <a:lnTo>
                  <a:pt x="1129423" y="514350"/>
                </a:lnTo>
                <a:lnTo>
                  <a:pt x="1688617" y="0"/>
                </a:lnTo>
                <a:close/>
              </a:path>
            </a:pathLst>
          </a:custGeom>
          <a:solidFill>
            <a:srgbClr val="484B4D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8"/>
          <p:cNvSpPr/>
          <p:nvPr/>
        </p:nvSpPr>
        <p:spPr>
          <a:xfrm>
            <a:off x="1129422" y="6343651"/>
            <a:ext cx="11062970" cy="514350"/>
          </a:xfrm>
          <a:custGeom>
            <a:avLst/>
            <a:gdLst/>
            <a:ahLst/>
            <a:cxnLst/>
            <a:rect l="l" t="t" r="r" b="b"/>
            <a:pathLst>
              <a:path w="11062970" h="514350" extrusionOk="0">
                <a:moveTo>
                  <a:pt x="11062703" y="0"/>
                </a:moveTo>
                <a:lnTo>
                  <a:pt x="559193" y="0"/>
                </a:lnTo>
                <a:lnTo>
                  <a:pt x="0" y="514350"/>
                </a:lnTo>
                <a:lnTo>
                  <a:pt x="11062703" y="514350"/>
                </a:lnTo>
                <a:lnTo>
                  <a:pt x="11062703" y="0"/>
                </a:lnTo>
                <a:close/>
              </a:path>
            </a:pathLst>
          </a:custGeom>
          <a:solidFill>
            <a:srgbClr val="133F67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8" name="Google Shape;58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93806" y="6253988"/>
            <a:ext cx="1362265" cy="89662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793806" y="6343650"/>
            <a:ext cx="1362265" cy="51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1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85218" y="1714500"/>
            <a:ext cx="2689263" cy="3832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1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013011" y="1714500"/>
            <a:ext cx="2689263" cy="3832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266313" y="6259982"/>
            <a:ext cx="1527492" cy="83667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266313" y="6343649"/>
            <a:ext cx="1527492" cy="257606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266313" y="6600393"/>
            <a:ext cx="1527492" cy="257606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8"/>
          <p:cNvSpPr txBox="1">
            <a:spLocks noGrp="1"/>
          </p:cNvSpPr>
          <p:nvPr>
            <p:ph type="title"/>
          </p:nvPr>
        </p:nvSpPr>
        <p:spPr>
          <a:xfrm>
            <a:off x="345876" y="510038"/>
            <a:ext cx="6918972" cy="633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950" b="1" i="0">
                <a:solidFill>
                  <a:srgbClr val="133F67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8"/>
          <p:cNvSpPr txBox="1">
            <a:spLocks noGrp="1"/>
          </p:cNvSpPr>
          <p:nvPr>
            <p:ph type="body" idx="1"/>
          </p:nvPr>
        </p:nvSpPr>
        <p:spPr>
          <a:xfrm>
            <a:off x="609917" y="1577340"/>
            <a:ext cx="5306282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8"/>
          <p:cNvSpPr txBox="1">
            <a:spLocks noGrp="1"/>
          </p:cNvSpPr>
          <p:nvPr>
            <p:ph type="body" idx="2"/>
          </p:nvPr>
        </p:nvSpPr>
        <p:spPr>
          <a:xfrm>
            <a:off x="6282150" y="1577340"/>
            <a:ext cx="5306282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8"/>
          <p:cNvSpPr txBox="1">
            <a:spLocks noGrp="1"/>
          </p:cNvSpPr>
          <p:nvPr>
            <p:ph type="ftr" idx="11"/>
          </p:nvPr>
        </p:nvSpPr>
        <p:spPr>
          <a:xfrm>
            <a:off x="337058" y="6479387"/>
            <a:ext cx="2743835" cy="2171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8"/>
          <p:cNvSpPr txBox="1">
            <a:spLocks noGrp="1"/>
          </p:cNvSpPr>
          <p:nvPr>
            <p:ph type="dt" idx="10"/>
          </p:nvPr>
        </p:nvSpPr>
        <p:spPr>
          <a:xfrm>
            <a:off x="609917" y="6377940"/>
            <a:ext cx="28056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8"/>
          <p:cNvSpPr txBox="1">
            <a:spLocks noGrp="1"/>
          </p:cNvSpPr>
          <p:nvPr>
            <p:ph type="sldNum" idx="12"/>
          </p:nvPr>
        </p:nvSpPr>
        <p:spPr>
          <a:xfrm>
            <a:off x="8782812" y="6377940"/>
            <a:ext cx="28056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>
  <p:cSld name="Blank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9"/>
          <p:cNvSpPr txBox="1">
            <a:spLocks noGrp="1"/>
          </p:cNvSpPr>
          <p:nvPr>
            <p:ph type="ftr" idx="11"/>
          </p:nvPr>
        </p:nvSpPr>
        <p:spPr>
          <a:xfrm>
            <a:off x="337058" y="6479387"/>
            <a:ext cx="2743835" cy="2171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9"/>
          <p:cNvSpPr txBox="1">
            <a:spLocks noGrp="1"/>
          </p:cNvSpPr>
          <p:nvPr>
            <p:ph type="dt" idx="10"/>
          </p:nvPr>
        </p:nvSpPr>
        <p:spPr>
          <a:xfrm>
            <a:off x="609917" y="6377940"/>
            <a:ext cx="28056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9"/>
          <p:cNvSpPr txBox="1">
            <a:spLocks noGrp="1"/>
          </p:cNvSpPr>
          <p:nvPr>
            <p:ph type="sldNum" idx="12"/>
          </p:nvPr>
        </p:nvSpPr>
        <p:spPr>
          <a:xfrm>
            <a:off x="8782812" y="6377940"/>
            <a:ext cx="28056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7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4"/>
          <p:cNvSpPr/>
          <p:nvPr/>
        </p:nvSpPr>
        <p:spPr>
          <a:xfrm>
            <a:off x="0" y="6343650"/>
            <a:ext cx="1689100" cy="514350"/>
          </a:xfrm>
          <a:custGeom>
            <a:avLst/>
            <a:gdLst/>
            <a:ahLst/>
            <a:cxnLst/>
            <a:rect l="l" t="t" r="r" b="b"/>
            <a:pathLst>
              <a:path w="1689100" h="514350" extrusionOk="0">
                <a:moveTo>
                  <a:pt x="1688617" y="0"/>
                </a:moveTo>
                <a:lnTo>
                  <a:pt x="0" y="0"/>
                </a:lnTo>
                <a:lnTo>
                  <a:pt x="0" y="514350"/>
                </a:lnTo>
                <a:lnTo>
                  <a:pt x="1129423" y="514350"/>
                </a:lnTo>
                <a:lnTo>
                  <a:pt x="1688617" y="0"/>
                </a:lnTo>
                <a:close/>
              </a:path>
            </a:pathLst>
          </a:custGeom>
          <a:solidFill>
            <a:srgbClr val="484B4D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4"/>
          <p:cNvSpPr/>
          <p:nvPr/>
        </p:nvSpPr>
        <p:spPr>
          <a:xfrm>
            <a:off x="1129417" y="6343650"/>
            <a:ext cx="11062970" cy="514350"/>
          </a:xfrm>
          <a:custGeom>
            <a:avLst/>
            <a:gdLst/>
            <a:ahLst/>
            <a:cxnLst/>
            <a:rect l="l" t="t" r="r" b="b"/>
            <a:pathLst>
              <a:path w="11062970" h="514350" extrusionOk="0">
                <a:moveTo>
                  <a:pt x="11062703" y="0"/>
                </a:moveTo>
                <a:lnTo>
                  <a:pt x="559193" y="0"/>
                </a:lnTo>
                <a:lnTo>
                  <a:pt x="0" y="514350"/>
                </a:lnTo>
                <a:lnTo>
                  <a:pt x="11062703" y="514350"/>
                </a:lnTo>
                <a:lnTo>
                  <a:pt x="11062703" y="0"/>
                </a:lnTo>
                <a:close/>
              </a:path>
            </a:pathLst>
          </a:custGeom>
          <a:solidFill>
            <a:srgbClr val="133F67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" name="Google Shape;12;p14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793806" y="6253988"/>
            <a:ext cx="1362265" cy="896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14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793806" y="6343650"/>
            <a:ext cx="1362265" cy="51435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14"/>
          <p:cNvSpPr/>
          <p:nvPr/>
        </p:nvSpPr>
        <p:spPr>
          <a:xfrm>
            <a:off x="353301" y="1778647"/>
            <a:ext cx="10795" cy="3328670"/>
          </a:xfrm>
          <a:custGeom>
            <a:avLst/>
            <a:gdLst/>
            <a:ahLst/>
            <a:cxnLst/>
            <a:rect l="l" t="t" r="r" b="b"/>
            <a:pathLst>
              <a:path w="10795" h="3328670" extrusionOk="0">
                <a:moveTo>
                  <a:pt x="10579" y="0"/>
                </a:moveTo>
                <a:lnTo>
                  <a:pt x="0" y="0"/>
                </a:lnTo>
                <a:lnTo>
                  <a:pt x="0" y="3328225"/>
                </a:lnTo>
                <a:lnTo>
                  <a:pt x="10579" y="3328225"/>
                </a:lnTo>
                <a:lnTo>
                  <a:pt x="10579" y="0"/>
                </a:lnTo>
                <a:close/>
              </a:path>
            </a:pathLst>
          </a:custGeom>
          <a:solidFill>
            <a:srgbClr val="97999A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14"/>
          <p:cNvSpPr txBox="1">
            <a:spLocks noGrp="1"/>
          </p:cNvSpPr>
          <p:nvPr>
            <p:ph type="title"/>
          </p:nvPr>
        </p:nvSpPr>
        <p:spPr>
          <a:xfrm>
            <a:off x="345876" y="510038"/>
            <a:ext cx="6918972" cy="633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950" b="1" i="0" u="none" strike="noStrike" cap="none">
                <a:solidFill>
                  <a:srgbClr val="133F67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" name="Google Shape;16;p14"/>
          <p:cNvSpPr txBox="1">
            <a:spLocks noGrp="1"/>
          </p:cNvSpPr>
          <p:nvPr>
            <p:ph type="body" idx="1"/>
          </p:nvPr>
        </p:nvSpPr>
        <p:spPr>
          <a:xfrm>
            <a:off x="704490" y="1641449"/>
            <a:ext cx="10793730" cy="3865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484B4D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7" name="Google Shape;17;p14"/>
          <p:cNvSpPr txBox="1">
            <a:spLocks noGrp="1"/>
          </p:cNvSpPr>
          <p:nvPr>
            <p:ph type="ftr" idx="11"/>
          </p:nvPr>
        </p:nvSpPr>
        <p:spPr>
          <a:xfrm>
            <a:off x="337058" y="6479387"/>
            <a:ext cx="2743835" cy="2171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" name="Google Shape;18;p14"/>
          <p:cNvSpPr txBox="1">
            <a:spLocks noGrp="1"/>
          </p:cNvSpPr>
          <p:nvPr>
            <p:ph type="dt" idx="10"/>
          </p:nvPr>
        </p:nvSpPr>
        <p:spPr>
          <a:xfrm>
            <a:off x="609917" y="6377940"/>
            <a:ext cx="28056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14"/>
          <p:cNvSpPr txBox="1">
            <a:spLocks noGrp="1"/>
          </p:cNvSpPr>
          <p:nvPr>
            <p:ph type="sldNum" idx="12"/>
          </p:nvPr>
        </p:nvSpPr>
        <p:spPr>
          <a:xfrm>
            <a:off x="8782812" y="6377940"/>
            <a:ext cx="28056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"/>
          <p:cNvSpPr txBox="1"/>
          <p:nvPr/>
        </p:nvSpPr>
        <p:spPr>
          <a:xfrm>
            <a:off x="5410200" y="6019800"/>
            <a:ext cx="137160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400" i="0" u="none" strike="noStrike" cap="none" dirty="0">
                <a:solidFill>
                  <a:schemeClr val="bg1"/>
                </a:solidFill>
                <a:latin typeface="Urbanist" panose="020B0A04040200000203" pitchFamily="34" charset="0"/>
                <a:ea typeface="Urbanist" panose="020B0A04040200000203" pitchFamily="34" charset="0"/>
                <a:cs typeface="Urbanist" panose="020B0A04040200000203" pitchFamily="34" charset="0"/>
                <a:sym typeface="Poppins"/>
              </a:rPr>
              <a:t>Local</a:t>
            </a:r>
            <a:endParaRPr sz="1400" i="0" u="none" strike="noStrike" cap="none" dirty="0">
              <a:solidFill>
                <a:schemeClr val="bg1"/>
              </a:solidFill>
              <a:latin typeface="Urbanist" panose="020B0A04040200000203" pitchFamily="34" charset="0"/>
              <a:ea typeface="Urbanist" panose="020B0A04040200000203" pitchFamily="34" charset="0"/>
              <a:cs typeface="Urbanist" panose="020B0A04040200000203" pitchFamily="34" charset="0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400" i="0" u="none" strike="noStrike" cap="none" dirty="0">
                <a:solidFill>
                  <a:schemeClr val="bg1"/>
                </a:solidFill>
                <a:latin typeface="Urbanist" panose="020B0A04040200000203" pitchFamily="34" charset="0"/>
                <a:ea typeface="Urbanist" panose="020B0A04040200000203" pitchFamily="34" charset="0"/>
                <a:cs typeface="Urbanist" panose="020B0A04040200000203" pitchFamily="34" charset="0"/>
                <a:sym typeface="Poppins"/>
              </a:rPr>
              <a:t>Ano </a:t>
            </a:r>
            <a:endParaRPr sz="1400" i="0" u="none" strike="noStrike" cap="none" dirty="0">
              <a:solidFill>
                <a:schemeClr val="bg1"/>
              </a:solidFill>
              <a:latin typeface="Urbanist" panose="020B0A04040200000203" pitchFamily="34" charset="0"/>
              <a:ea typeface="Urbanist" panose="020B0A04040200000203" pitchFamily="34" charset="0"/>
              <a:cs typeface="Urbanist" panose="020B0A04040200000203" pitchFamily="34" charset="0"/>
              <a:sym typeface="Poppins"/>
            </a:endParaRPr>
          </a:p>
        </p:txBody>
      </p:sp>
      <p:sp>
        <p:nvSpPr>
          <p:cNvPr id="2" name="Google Shape;80;p1">
            <a:extLst>
              <a:ext uri="{FF2B5EF4-FFF2-40B4-BE49-F238E27FC236}">
                <a16:creationId xmlns:a16="http://schemas.microsoft.com/office/drawing/2014/main" id="{457947A5-255D-C81B-FA48-CB1FC95B033A}"/>
              </a:ext>
            </a:extLst>
          </p:cNvPr>
          <p:cNvSpPr txBox="1"/>
          <p:nvPr/>
        </p:nvSpPr>
        <p:spPr>
          <a:xfrm>
            <a:off x="2016499" y="1960620"/>
            <a:ext cx="8159003" cy="1629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650" rIns="0" bIns="0" anchor="t" anchorCtr="0">
            <a:spAutoFit/>
          </a:bodyPr>
          <a:lstStyle/>
          <a:p>
            <a:pPr marL="12700" marR="5080" lvl="0" indent="7493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pt-BR" sz="5400" b="1" i="0" u="none" strike="noStrike" cap="none" dirty="0">
                <a:solidFill>
                  <a:schemeClr val="bg1"/>
                </a:solidFill>
                <a:latin typeface="Urbanist" panose="020B0A04040200000203" pitchFamily="34" charset="0"/>
                <a:ea typeface="Urbanist" panose="020B0A04040200000203" pitchFamily="34" charset="0"/>
                <a:cs typeface="Urbanist" panose="020B0A04040200000203" pitchFamily="34" charset="0"/>
                <a:sym typeface="Poppins"/>
              </a:rPr>
              <a:t>TÍTULO DO TCC:</a:t>
            </a:r>
            <a:endParaRPr sz="5400" b="0" i="0" u="none" strike="noStrike" cap="none" dirty="0">
              <a:solidFill>
                <a:schemeClr val="bg1"/>
              </a:solidFill>
              <a:latin typeface="Urbanist" panose="020B0A04040200000203" pitchFamily="34" charset="0"/>
              <a:ea typeface="Urbanist" panose="020B0A04040200000203" pitchFamily="34" charset="0"/>
              <a:cs typeface="Urbanist" panose="020B0A04040200000203" pitchFamily="34" charset="0"/>
              <a:sym typeface="Arial"/>
            </a:endParaRPr>
          </a:p>
          <a:p>
            <a:pPr marL="12700" marR="5080" lvl="0" indent="7493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pt-BR" sz="4400" dirty="0">
                <a:solidFill>
                  <a:schemeClr val="bg1"/>
                </a:solidFill>
                <a:latin typeface="Urbanist" panose="020B0A04040200000203" pitchFamily="34" charset="0"/>
                <a:ea typeface="Urbanist" panose="020B0A04040200000203" pitchFamily="34" charset="0"/>
                <a:cs typeface="Urbanist" panose="020B0A04040200000203" pitchFamily="34" charset="0"/>
                <a:sym typeface="Poppins"/>
              </a:rPr>
              <a:t>s</a:t>
            </a:r>
            <a:r>
              <a:rPr lang="pt-BR" sz="4400" b="0" i="0" u="none" strike="noStrike" cap="none" dirty="0">
                <a:solidFill>
                  <a:schemeClr val="bg1"/>
                </a:solidFill>
                <a:latin typeface="Urbanist" panose="020B0A04040200000203" pitchFamily="34" charset="0"/>
                <a:ea typeface="Urbanist" panose="020B0A04040200000203" pitchFamily="34" charset="0"/>
                <a:cs typeface="Urbanist" panose="020B0A04040200000203" pitchFamily="34" charset="0"/>
                <a:sym typeface="Poppins"/>
              </a:rPr>
              <a:t>ubtítulo (se houver)</a:t>
            </a:r>
            <a:endParaRPr sz="4400" b="0" i="0" u="none" strike="noStrike" cap="none" dirty="0">
              <a:solidFill>
                <a:schemeClr val="bg1"/>
              </a:solidFill>
              <a:latin typeface="Urbanist" panose="020B0A04040200000203" pitchFamily="34" charset="0"/>
              <a:ea typeface="Urbanist" panose="020B0A04040200000203" pitchFamily="34" charset="0"/>
              <a:cs typeface="Urbanist" panose="020B0A04040200000203" pitchFamily="34" charset="0"/>
              <a:sym typeface="Poppins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E9DEDB78-C504-44C9-4998-6EFEDAC16DA6}"/>
              </a:ext>
            </a:extLst>
          </p:cNvPr>
          <p:cNvSpPr txBox="1"/>
          <p:nvPr/>
        </p:nvSpPr>
        <p:spPr>
          <a:xfrm>
            <a:off x="3943350" y="3764885"/>
            <a:ext cx="5019676" cy="8771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indent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1800" b="0" i="0" u="none" strike="noStrike" cap="none" dirty="0">
                <a:solidFill>
                  <a:schemeClr val="bg1"/>
                </a:solidFill>
                <a:latin typeface="Urbanist" panose="020B0A04040200000203" pitchFamily="34" charset="0"/>
                <a:ea typeface="Urbanist" panose="020B0A04040200000203" pitchFamily="34" charset="0"/>
                <a:cs typeface="Urbanist" panose="020B0A04040200000203" pitchFamily="34" charset="0"/>
                <a:sym typeface="Poppins"/>
              </a:rPr>
              <a:t>Nome do(a) aluno(a)</a:t>
            </a:r>
            <a:endParaRPr lang="pt-BR" sz="1800" b="0" i="0" u="none" strike="noStrike" cap="none" dirty="0">
              <a:solidFill>
                <a:schemeClr val="bg1"/>
              </a:solidFill>
              <a:latin typeface="Urbanist" panose="020B0A04040200000203" pitchFamily="34" charset="0"/>
              <a:ea typeface="Urbanist" panose="020B0A04040200000203" pitchFamily="34" charset="0"/>
              <a:cs typeface="Urbanist" panose="020B0A04040200000203" pitchFamily="34" charset="0"/>
              <a:sym typeface="Arial"/>
            </a:endParaRPr>
          </a:p>
          <a:p>
            <a:pPr marR="0" lvl="0" indent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1800" b="0" i="0" u="none" strike="noStrike" cap="none" dirty="0">
                <a:solidFill>
                  <a:schemeClr val="bg1"/>
                </a:solidFill>
                <a:latin typeface="Urbanist" panose="020B0A04040200000203" pitchFamily="34" charset="0"/>
                <a:ea typeface="Urbanist" panose="020B0A04040200000203" pitchFamily="34" charset="0"/>
                <a:cs typeface="Urbanist" panose="020B0A04040200000203" pitchFamily="34" charset="0"/>
                <a:sym typeface="Poppins"/>
              </a:rPr>
              <a:t>Titulação e Nome do(a) orientador(a)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31AFDAF2-AE8D-FA01-32A6-B4D2E53802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54027" y="391012"/>
            <a:ext cx="2619004" cy="1070994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AE36760A-BDF0-90B2-3A2A-F3F07C8DF3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0176" y="187953"/>
            <a:ext cx="2638898" cy="1343763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9F2C245E-1583-FDEA-6CA0-89111359AD2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73141" y="417404"/>
            <a:ext cx="2766818" cy="97792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>
            <a:spLocks noGrp="1"/>
          </p:cNvSpPr>
          <p:nvPr>
            <p:ph type="title"/>
          </p:nvPr>
        </p:nvSpPr>
        <p:spPr>
          <a:xfrm>
            <a:off x="1076325" y="616480"/>
            <a:ext cx="6918972" cy="693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500" rIns="0" bIns="0" anchor="t" anchorCtr="0">
            <a:spAutoFit/>
          </a:bodyPr>
          <a:lstStyle/>
          <a:p>
            <a:pPr marL="1270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4400" dirty="0"/>
              <a:t>1 INTRODUÇÃO</a:t>
            </a:r>
            <a:endParaRPr sz="4400" dirty="0"/>
          </a:p>
        </p:txBody>
      </p:sp>
      <p:sp>
        <p:nvSpPr>
          <p:cNvPr id="91" name="Google Shape;91;p2"/>
          <p:cNvSpPr txBox="1">
            <a:spLocks noGrp="1"/>
          </p:cNvSpPr>
          <p:nvPr>
            <p:ph type="body" idx="1"/>
          </p:nvPr>
        </p:nvSpPr>
        <p:spPr>
          <a:xfrm>
            <a:off x="1076325" y="2002606"/>
            <a:ext cx="10067925" cy="1674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0" indent="0" algn="just">
              <a:lnSpc>
                <a:spcPct val="150000"/>
              </a:lnSpc>
            </a:pPr>
            <a:r>
              <a:rPr lang="pt-BR" sz="2400" dirty="0">
                <a:solidFill>
                  <a:srgbClr val="000000"/>
                </a:solidFill>
                <a:latin typeface="Urbanist" panose="020B0A04040200000203" pitchFamily="34" charset="0"/>
                <a:ea typeface="Urbanist" panose="020B0A04040200000203" pitchFamily="34" charset="0"/>
                <a:cs typeface="Urbanist" panose="020B0A04040200000203" pitchFamily="34" charset="0"/>
              </a:rPr>
              <a:t>Parte inicial do trabalho. Deve conter a natureza e importância do tema, problema, justificativa, objetivos da pesquisa, metodologia, síntese geral do referencial teórico e organização do trabalho. </a:t>
            </a:r>
            <a:endParaRPr lang="pt-BR" sz="2400" dirty="0">
              <a:latin typeface="Urbanist" panose="020B0A04040200000203" pitchFamily="34" charset="0"/>
              <a:ea typeface="Urbanist" panose="020B0A04040200000203" pitchFamily="34" charset="0"/>
              <a:cs typeface="Urbanist" panose="020B0A04040200000203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89">
          <a:extLst>
            <a:ext uri="{FF2B5EF4-FFF2-40B4-BE49-F238E27FC236}">
              <a16:creationId xmlns:a16="http://schemas.microsoft.com/office/drawing/2014/main" id="{B366A19B-0D7B-85FF-8D8C-076B57D9AF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>
            <a:extLst>
              <a:ext uri="{FF2B5EF4-FFF2-40B4-BE49-F238E27FC236}">
                <a16:creationId xmlns:a16="http://schemas.microsoft.com/office/drawing/2014/main" id="{A1ABE1A3-7796-E6BA-05E9-A7B7D6DEE72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76325" y="568855"/>
            <a:ext cx="7162800" cy="693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500" rIns="0" bIns="0" anchor="t" anchorCtr="0">
            <a:spAutoFit/>
          </a:bodyPr>
          <a:lstStyle/>
          <a:p>
            <a:pPr marL="12700" lvl="0"/>
            <a:r>
              <a:rPr lang="pt-BR" sz="4000" dirty="0"/>
              <a:t>1.1 </a:t>
            </a:r>
            <a:r>
              <a:rPr lang="pt-BR" sz="4400" dirty="0"/>
              <a:t>Problema da pesquisa</a:t>
            </a:r>
            <a:endParaRPr sz="4000" dirty="0"/>
          </a:p>
        </p:txBody>
      </p:sp>
      <p:sp>
        <p:nvSpPr>
          <p:cNvPr id="91" name="Google Shape;91;p2">
            <a:extLst>
              <a:ext uri="{FF2B5EF4-FFF2-40B4-BE49-F238E27FC236}">
                <a16:creationId xmlns:a16="http://schemas.microsoft.com/office/drawing/2014/main" id="{B500CAC3-2C3A-3DD1-BD7C-47EB5CCEEC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76325" y="2002606"/>
            <a:ext cx="10067925" cy="1674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0" indent="0" algn="just">
              <a:lnSpc>
                <a:spcPct val="150000"/>
              </a:lnSpc>
            </a:pPr>
            <a:r>
              <a:rPr lang="pt-BR" sz="2400" dirty="0">
                <a:solidFill>
                  <a:srgbClr val="000000"/>
                </a:solidFill>
                <a:latin typeface="Urbanist" panose="020B0A04040200000203" pitchFamily="34" charset="0"/>
                <a:ea typeface="Urbanist" panose="020B0A04040200000203" pitchFamily="34" charset="0"/>
                <a:cs typeface="Urbanist" panose="020B0A04040200000203" pitchFamily="34" charset="0"/>
              </a:rPr>
              <a:t>É a pergunta central do seu trabalho. Formulada geralmente em formato de pergunta, define exatamente qual lacuna de conhecimento o estudo buscou preencher.</a:t>
            </a:r>
            <a:endParaRPr lang="pt-BR" sz="2400" dirty="0">
              <a:latin typeface="Urbanist" panose="020B0A04040200000203" pitchFamily="34" charset="0"/>
              <a:ea typeface="Urbanist" panose="020B0A04040200000203" pitchFamily="34" charset="0"/>
              <a:cs typeface="Urbanist" panose="020B0A04040200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68284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89">
          <a:extLst>
            <a:ext uri="{FF2B5EF4-FFF2-40B4-BE49-F238E27FC236}">
              <a16:creationId xmlns:a16="http://schemas.microsoft.com/office/drawing/2014/main" id="{B6D0FAE2-A717-69EA-FCC6-047D314DBE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>
            <a:extLst>
              <a:ext uri="{FF2B5EF4-FFF2-40B4-BE49-F238E27FC236}">
                <a16:creationId xmlns:a16="http://schemas.microsoft.com/office/drawing/2014/main" id="{22BB2314-ADAF-4AB7-6299-62E49F40F4E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76325" y="568855"/>
            <a:ext cx="6918972" cy="693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500" rIns="0" bIns="0" anchor="t" anchorCtr="0">
            <a:spAutoFit/>
          </a:bodyPr>
          <a:lstStyle/>
          <a:p>
            <a:pPr marL="12700" lvl="0"/>
            <a:r>
              <a:rPr lang="pt-BR" sz="4400" dirty="0"/>
              <a:t>1.2 Justificativa</a:t>
            </a:r>
            <a:endParaRPr sz="4400" dirty="0"/>
          </a:p>
        </p:txBody>
      </p:sp>
      <p:sp>
        <p:nvSpPr>
          <p:cNvPr id="91" name="Google Shape;91;p2">
            <a:extLst>
              <a:ext uri="{FF2B5EF4-FFF2-40B4-BE49-F238E27FC236}">
                <a16:creationId xmlns:a16="http://schemas.microsoft.com/office/drawing/2014/main" id="{AFFE3975-0F46-DE4C-F2AB-F2DEBD1B0B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76325" y="2002606"/>
            <a:ext cx="10067925" cy="1120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0" indent="0" algn="just">
              <a:lnSpc>
                <a:spcPct val="150000"/>
              </a:lnSpc>
            </a:pPr>
            <a:r>
              <a:rPr lang="pt-BR" sz="2400" dirty="0">
                <a:solidFill>
                  <a:srgbClr val="000000"/>
                </a:solidFill>
                <a:latin typeface="Urbanist" panose="020B0A04040200000203" pitchFamily="34" charset="0"/>
                <a:ea typeface="Urbanist" panose="020B0A04040200000203" pitchFamily="34" charset="0"/>
                <a:cs typeface="Urbanist" panose="020B0A04040200000203" pitchFamily="34" charset="0"/>
              </a:rPr>
              <a:t>Por que este estudo importa? Explique de forma prática a relevância social, científica e profissional do seu TCC na área de atuação estudada.</a:t>
            </a:r>
            <a:endParaRPr lang="pt-BR" sz="2400" dirty="0">
              <a:latin typeface="Urbanist" panose="020B0A04040200000203" pitchFamily="34" charset="0"/>
              <a:ea typeface="Urbanist" panose="020B0A04040200000203" pitchFamily="34" charset="0"/>
              <a:cs typeface="Urbanist" panose="020B0A04040200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04049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>
            <a:spLocks noGrp="1"/>
          </p:cNvSpPr>
          <p:nvPr>
            <p:ph type="title"/>
          </p:nvPr>
        </p:nvSpPr>
        <p:spPr>
          <a:xfrm>
            <a:off x="1076739" y="566809"/>
            <a:ext cx="6918972" cy="693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500" rIns="0" bIns="0" anchor="t" anchorCtr="0">
            <a:spAutoFit/>
          </a:bodyPr>
          <a:lstStyle/>
          <a:p>
            <a:pPr marL="1270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4400" dirty="0">
                <a:latin typeface="Poppins" panose="00000500000000000000" pitchFamily="2" charset="0"/>
                <a:ea typeface="Urbanist" panose="020B0A04040200000203" pitchFamily="34" charset="0"/>
                <a:cs typeface="Poppins" panose="00000500000000000000" pitchFamily="2" charset="0"/>
              </a:rPr>
              <a:t>2 OBJETIVOS</a:t>
            </a:r>
            <a:endParaRPr sz="4400" dirty="0">
              <a:latin typeface="Poppins" panose="00000500000000000000" pitchFamily="2" charset="0"/>
              <a:ea typeface="Urbanist" panose="020B0A04040200000203" pitchFamily="34" charset="0"/>
              <a:cs typeface="Poppins" panose="00000500000000000000" pitchFamily="2" charset="0"/>
            </a:endParaRPr>
          </a:p>
        </p:txBody>
      </p:sp>
      <p:sp>
        <p:nvSpPr>
          <p:cNvPr id="97" name="Google Shape;97;p3"/>
          <p:cNvSpPr txBox="1">
            <a:spLocks noGrp="1"/>
          </p:cNvSpPr>
          <p:nvPr>
            <p:ph type="body" idx="1"/>
          </p:nvPr>
        </p:nvSpPr>
        <p:spPr>
          <a:xfrm>
            <a:off x="1076739" y="1483436"/>
            <a:ext cx="10045148" cy="45371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508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</a:pPr>
            <a:r>
              <a:rPr lang="pt-BR" sz="2800" b="1" dirty="0">
                <a:solidFill>
                  <a:srgbClr val="17365D"/>
                </a:solidFill>
                <a:latin typeface="Urbanist" panose="020B0A04040200000203" pitchFamily="34" charset="0"/>
                <a:ea typeface="Urbanist" panose="020B0A04040200000203" pitchFamily="34" charset="0"/>
                <a:cs typeface="Urbanist" panose="020B0A04040200000203" pitchFamily="34" charset="0"/>
                <a:sym typeface="Arial"/>
              </a:rPr>
              <a:t>2.1 Objetivo </a:t>
            </a:r>
            <a:r>
              <a:rPr lang="pt-BR" sz="2800" b="1" dirty="0">
                <a:solidFill>
                  <a:srgbClr val="17365D"/>
                </a:solidFill>
                <a:latin typeface="Urbanist" panose="020B0A04040200000203" pitchFamily="34" charset="0"/>
                <a:ea typeface="Urbanist" panose="020B0A04040200000203" pitchFamily="34" charset="0"/>
                <a:cs typeface="Urbanist" panose="020B0A04040200000203" pitchFamily="34" charset="0"/>
              </a:rPr>
              <a:t>G</a:t>
            </a:r>
            <a:r>
              <a:rPr lang="pt-BR" sz="2800" b="1" dirty="0">
                <a:solidFill>
                  <a:srgbClr val="17365D"/>
                </a:solidFill>
                <a:latin typeface="Urbanist" panose="020B0A04040200000203" pitchFamily="34" charset="0"/>
                <a:ea typeface="Urbanist" panose="020B0A04040200000203" pitchFamily="34" charset="0"/>
                <a:cs typeface="Urbanist" panose="020B0A04040200000203" pitchFamily="34" charset="0"/>
                <a:sym typeface="Arial"/>
              </a:rPr>
              <a:t>eral</a:t>
            </a:r>
            <a:endParaRPr sz="2800" b="1" dirty="0">
              <a:latin typeface="Urbanist" panose="020B0A04040200000203" pitchFamily="34" charset="0"/>
              <a:ea typeface="Urbanist" panose="020B0A04040200000203" pitchFamily="34" charset="0"/>
              <a:cs typeface="Urbanist" panose="020B0A04040200000203" pitchFamily="34" charset="0"/>
            </a:endParaRPr>
          </a:p>
          <a:p>
            <a:pPr marL="0" indent="0" algn="just">
              <a:lnSpc>
                <a:spcPct val="150000"/>
              </a:lnSpc>
            </a:pPr>
            <a:r>
              <a:rPr lang="pt-BR" sz="2400" dirty="0">
                <a:solidFill>
                  <a:srgbClr val="000000"/>
                </a:solidFill>
                <a:latin typeface="Urbanist" panose="020B0A04040200000203" pitchFamily="34" charset="0"/>
                <a:ea typeface="Urbanist" panose="020B0A04040200000203" pitchFamily="34" charset="0"/>
                <a:cs typeface="Urbanist" panose="020B0A04040200000203" pitchFamily="34" charset="0"/>
              </a:rPr>
              <a:t>A meta principal do seu estudo. Descreva o que você buscou responder e solucionar de maneira macro, utilizando verbos de ação no infinitivo.</a:t>
            </a:r>
            <a:endParaRPr lang="pt-BR" sz="2400" dirty="0">
              <a:latin typeface="Urbanist" panose="020B0A04040200000203" pitchFamily="34" charset="0"/>
              <a:ea typeface="Urbanist" panose="020B0A04040200000203" pitchFamily="34" charset="0"/>
              <a:cs typeface="Urbanist" panose="020B0A04040200000203" pitchFamily="34" charset="0"/>
            </a:endParaRPr>
          </a:p>
          <a:p>
            <a:pPr marL="0" marR="5080" lvl="0" indent="0" algn="just" rtl="0">
              <a:lnSpc>
                <a:spcPct val="150000"/>
              </a:lnSpc>
              <a:spcAft>
                <a:spcPts val="0"/>
              </a:spcAft>
              <a:buSzPts val="1400"/>
              <a:buNone/>
            </a:pPr>
            <a:endParaRPr sz="2000" dirty="0">
              <a:latin typeface="Urbanist" panose="020B0A04040200000203" pitchFamily="34" charset="0"/>
              <a:ea typeface="Urbanist" panose="020B0A04040200000203" pitchFamily="34" charset="0"/>
              <a:cs typeface="Urbanist" panose="020B0A04040200000203" pitchFamily="34" charset="0"/>
              <a:sym typeface="Arial"/>
            </a:endParaRPr>
          </a:p>
          <a:p>
            <a:pPr marL="0" marR="5080" lvl="0" indent="0" algn="just" rtl="0">
              <a:lnSpc>
                <a:spcPct val="150000"/>
              </a:lnSpc>
              <a:spcAft>
                <a:spcPts val="0"/>
              </a:spcAft>
              <a:buClr>
                <a:srgbClr val="17365D"/>
              </a:buClr>
              <a:buSzPts val="2000"/>
            </a:pPr>
            <a:r>
              <a:rPr lang="pt-BR" sz="2800" b="1" dirty="0">
                <a:solidFill>
                  <a:srgbClr val="17365D"/>
                </a:solidFill>
                <a:latin typeface="Urbanist" panose="020B0A04040200000203" pitchFamily="34" charset="0"/>
                <a:ea typeface="Urbanist" panose="020B0A04040200000203" pitchFamily="34" charset="0"/>
                <a:cs typeface="Urbanist" panose="020B0A04040200000203" pitchFamily="34" charset="0"/>
                <a:sym typeface="Arial"/>
              </a:rPr>
              <a:t>2.2 Objetivo Específico</a:t>
            </a:r>
            <a:endParaRPr sz="2800" b="1" dirty="0">
              <a:latin typeface="Urbanist" panose="020B0A04040200000203" pitchFamily="34" charset="0"/>
              <a:ea typeface="Urbanist" panose="020B0A04040200000203" pitchFamily="34" charset="0"/>
              <a:cs typeface="Urbanist" panose="020B0A04040200000203" pitchFamily="34" charset="0"/>
            </a:endParaRPr>
          </a:p>
          <a:p>
            <a:pPr marL="0" indent="0" algn="just">
              <a:lnSpc>
                <a:spcPct val="150000"/>
              </a:lnSpc>
            </a:pPr>
            <a:r>
              <a:rPr lang="pt-BR" sz="2400" dirty="0">
                <a:solidFill>
                  <a:srgbClr val="000000"/>
                </a:solidFill>
                <a:latin typeface="Urbanist" panose="020B0A04040200000203" pitchFamily="34" charset="0"/>
                <a:ea typeface="Urbanist" panose="020B0A04040200000203" pitchFamily="34" charset="0"/>
                <a:cs typeface="Urbanist" panose="020B0A04040200000203" pitchFamily="34" charset="0"/>
              </a:rPr>
              <a:t>O passo a passo lógico. São as etapas e metas intermediárias que você cumpriu para viabilizar e fundamentar a resposta do seu objetivo principal.</a:t>
            </a:r>
            <a:endParaRPr lang="pt-BR" sz="2400" dirty="0">
              <a:latin typeface="Urbanist" panose="020B0A04040200000203" pitchFamily="34" charset="0"/>
              <a:ea typeface="Urbanist" panose="020B0A04040200000203" pitchFamily="34" charset="0"/>
              <a:cs typeface="Urbanist" panose="020B0A04040200000203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 txBox="1">
            <a:spLocks noGrp="1"/>
          </p:cNvSpPr>
          <p:nvPr>
            <p:ph type="title"/>
          </p:nvPr>
        </p:nvSpPr>
        <p:spPr>
          <a:xfrm>
            <a:off x="1076325" y="572583"/>
            <a:ext cx="6918972" cy="693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500" rIns="0" bIns="0" anchor="t" anchorCtr="0">
            <a:spAutoFit/>
          </a:bodyPr>
          <a:lstStyle/>
          <a:p>
            <a:pPr marL="1270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4400" dirty="0"/>
              <a:t>3 METODOLOGIA</a:t>
            </a:r>
            <a:endParaRPr sz="4400" dirty="0"/>
          </a:p>
        </p:txBody>
      </p:sp>
      <p:sp>
        <p:nvSpPr>
          <p:cNvPr id="103" name="Google Shape;103;p4"/>
          <p:cNvSpPr txBox="1">
            <a:spLocks noGrp="1"/>
          </p:cNvSpPr>
          <p:nvPr>
            <p:ph type="body" idx="1"/>
          </p:nvPr>
        </p:nvSpPr>
        <p:spPr>
          <a:xfrm>
            <a:off x="1076325" y="1581653"/>
            <a:ext cx="10048876" cy="42601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0" indent="0" algn="just">
              <a:lnSpc>
                <a:spcPct val="150000"/>
              </a:lnSpc>
            </a:pPr>
            <a:r>
              <a:rPr lang="pt-BR" sz="2400" b="1" dirty="0">
                <a:solidFill>
                  <a:srgbClr val="000000"/>
                </a:solidFill>
                <a:latin typeface="Urbanist" panose="020B0A04040200000203" pitchFamily="34" charset="0"/>
                <a:ea typeface="Urbanist" panose="020B0A04040200000203" pitchFamily="34" charset="0"/>
                <a:cs typeface="Urbanist" panose="020B0A04040200000203" pitchFamily="34" charset="0"/>
              </a:rPr>
              <a:t>Como a Pesquisa foi Conduzida? </a:t>
            </a:r>
            <a:r>
              <a:rPr lang="pt-BR" sz="2400" dirty="0">
                <a:solidFill>
                  <a:srgbClr val="000000"/>
                </a:solidFill>
                <a:latin typeface="Urbanist" panose="020B0A04040200000203" pitchFamily="34" charset="0"/>
                <a:ea typeface="Urbanist" panose="020B0A04040200000203" pitchFamily="34" charset="0"/>
                <a:cs typeface="Urbanist" panose="020B0A04040200000203" pitchFamily="34" charset="0"/>
              </a:rPr>
              <a:t>Estruture a metodologia de forma direta e sem rodeios. É essencial que a banca compreenda o design do seu estudo.</a:t>
            </a:r>
          </a:p>
          <a:p>
            <a:pPr marL="0" indent="0" algn="just">
              <a:lnSpc>
                <a:spcPct val="150000"/>
              </a:lnSpc>
            </a:pPr>
            <a:r>
              <a:rPr lang="pt-BR" sz="2400" b="1" dirty="0">
                <a:solidFill>
                  <a:srgbClr val="000000"/>
                </a:solidFill>
                <a:latin typeface="Urbanist" panose="020B0A04040200000203" pitchFamily="34" charset="0"/>
                <a:ea typeface="Urbanist" panose="020B0A04040200000203" pitchFamily="34" charset="0"/>
                <a:cs typeface="Urbanist" panose="020B0A04040200000203" pitchFamily="34" charset="0"/>
              </a:rPr>
              <a:t>Elementos obrigatórios: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srgbClr val="000000"/>
                </a:solidFill>
                <a:latin typeface="Urbanist" panose="020B0A04040200000203" pitchFamily="34" charset="0"/>
                <a:ea typeface="Urbanist" panose="020B0A04040200000203" pitchFamily="34" charset="0"/>
                <a:cs typeface="Urbanist" panose="020B0A04040200000203" pitchFamily="34" charset="0"/>
              </a:rPr>
              <a:t>Classificação da pesquisa: </a:t>
            </a:r>
          </a:p>
          <a:p>
            <a:pPr indent="-457200" algn="just">
              <a:buSzPct val="90000"/>
              <a:buFont typeface="+mj-lt"/>
              <a:buAutoNum type="arabicPeriod"/>
            </a:pPr>
            <a:r>
              <a:rPr lang="pt-BR" sz="2400" dirty="0">
                <a:solidFill>
                  <a:srgbClr val="000000"/>
                </a:solidFill>
                <a:latin typeface="Urbanist" panose="020B0A04040200000203" pitchFamily="34" charset="0"/>
                <a:ea typeface="Urbanist" panose="020B0A04040200000203" pitchFamily="34" charset="0"/>
                <a:cs typeface="Urbanist" panose="020B0A04040200000203" pitchFamily="34" charset="0"/>
              </a:rPr>
              <a:t>Quanto à Abordagem: Qualitativa, Quantitativa ou Mista.</a:t>
            </a:r>
          </a:p>
          <a:p>
            <a:pPr indent="-457200" algn="just">
              <a:buSzPct val="90000"/>
              <a:buFont typeface="+mj-lt"/>
              <a:buAutoNum type="arabicPeriod"/>
            </a:pPr>
            <a:r>
              <a:rPr lang="pt-BR" sz="2400" dirty="0">
                <a:solidFill>
                  <a:srgbClr val="000000"/>
                </a:solidFill>
                <a:latin typeface="Urbanist" panose="020B0A04040200000203" pitchFamily="34" charset="0"/>
                <a:ea typeface="Urbanist" panose="020B0A04040200000203" pitchFamily="34" charset="0"/>
                <a:cs typeface="Urbanist" panose="020B0A04040200000203" pitchFamily="34" charset="0"/>
              </a:rPr>
              <a:t>Quanto aos Objetivos: Exploratória, Descritiva ou Explicativa.</a:t>
            </a:r>
          </a:p>
          <a:p>
            <a:pPr indent="-457200" algn="just">
              <a:buSzPct val="90000"/>
              <a:buFont typeface="+mj-lt"/>
              <a:buAutoNum type="arabicPeriod"/>
            </a:pPr>
            <a:r>
              <a:rPr lang="pt-BR" sz="2400" dirty="0">
                <a:solidFill>
                  <a:srgbClr val="000000"/>
                </a:solidFill>
                <a:latin typeface="Urbanist" panose="020B0A04040200000203" pitchFamily="34" charset="0"/>
                <a:ea typeface="Urbanist" panose="020B0A04040200000203" pitchFamily="34" charset="0"/>
                <a:cs typeface="Urbanist" panose="020B0A04040200000203" pitchFamily="34" charset="0"/>
              </a:rPr>
              <a:t>Quanto aos Procedimentos: Pesquisa de Campo, Estudo de Caso, Pesquisa-Ação ou Revisão Bibliográfica Integrativa/Sistemática.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"/>
          <p:cNvSpPr txBox="1"/>
          <p:nvPr/>
        </p:nvSpPr>
        <p:spPr>
          <a:xfrm>
            <a:off x="1076325" y="778656"/>
            <a:ext cx="10077450" cy="49988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b="1" dirty="0">
                <a:latin typeface="Urbanist" panose="020B0A04040200000203" pitchFamily="34" charset="0"/>
                <a:ea typeface="Urbanist" panose="020B0A04040200000203" pitchFamily="34" charset="0"/>
                <a:cs typeface="Urbanist" panose="020B0A04040200000203" pitchFamily="34" charset="0"/>
              </a:rPr>
              <a:t>Tipo de pesquisa </a:t>
            </a:r>
          </a:p>
          <a:p>
            <a:pPr indent="-457200" algn="just">
              <a:lnSpc>
                <a:spcPct val="150000"/>
              </a:lnSpc>
              <a:buAutoNum type="arabicPeriod"/>
            </a:pPr>
            <a:r>
              <a:rPr lang="pt-BR" sz="2400" dirty="0">
                <a:latin typeface="Urbanist" panose="020B0A04040200000203" pitchFamily="34" charset="0"/>
                <a:ea typeface="Urbanist" panose="020B0A04040200000203" pitchFamily="34" charset="0"/>
                <a:cs typeface="Urbanist" panose="020B0A04040200000203" pitchFamily="34" charset="0"/>
              </a:rPr>
              <a:t>Exploratória</a:t>
            </a:r>
          </a:p>
          <a:p>
            <a:pPr indent="-457200" algn="just">
              <a:lnSpc>
                <a:spcPct val="150000"/>
              </a:lnSpc>
              <a:buAutoNum type="arabicPeriod"/>
            </a:pPr>
            <a:r>
              <a:rPr lang="pt-BR" sz="2400" dirty="0">
                <a:latin typeface="Urbanist" panose="020B0A04040200000203" pitchFamily="34" charset="0"/>
                <a:ea typeface="Urbanist" panose="020B0A04040200000203" pitchFamily="34" charset="0"/>
                <a:cs typeface="Urbanist" panose="020B0A04040200000203" pitchFamily="34" charset="0"/>
              </a:rPr>
              <a:t>Descritiva</a:t>
            </a:r>
          </a:p>
          <a:p>
            <a:pPr indent="-457200" algn="just">
              <a:lnSpc>
                <a:spcPct val="150000"/>
              </a:lnSpc>
              <a:buAutoNum type="arabicPeriod"/>
            </a:pPr>
            <a:r>
              <a:rPr lang="pt-BR" sz="2400" dirty="0">
                <a:latin typeface="Urbanist" panose="020B0A04040200000203" pitchFamily="34" charset="0"/>
                <a:ea typeface="Urbanist" panose="020B0A04040200000203" pitchFamily="34" charset="0"/>
                <a:cs typeface="Urbanist" panose="020B0A04040200000203" pitchFamily="34" charset="0"/>
              </a:rPr>
              <a:t>Experimental</a:t>
            </a:r>
          </a:p>
          <a:p>
            <a:pPr indent="-457200" algn="just">
              <a:lnSpc>
                <a:spcPct val="150000"/>
              </a:lnSpc>
              <a:buAutoNum type="arabicPeriod"/>
            </a:pPr>
            <a:endParaRPr lang="pt-BR" sz="2400" dirty="0">
              <a:latin typeface="Urbanist" panose="020B0A04040200000203" pitchFamily="34" charset="0"/>
              <a:ea typeface="Urbanist" panose="020B0A04040200000203" pitchFamily="34" charset="0"/>
              <a:cs typeface="Urbanist" panose="020B0A04040200000203" pitchFamily="34" charset="0"/>
            </a:endParaRPr>
          </a:p>
          <a:p>
            <a:pPr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b="1" dirty="0">
                <a:latin typeface="Urbanist" panose="020B0A04040200000203" pitchFamily="34" charset="0"/>
                <a:ea typeface="Urbanist" panose="020B0A04040200000203" pitchFamily="34" charset="0"/>
                <a:cs typeface="Urbanist" panose="020B0A04040200000203" pitchFamily="34" charset="0"/>
              </a:rPr>
              <a:t>Universo da pesquisa e sujeitos (apenas para pesquisa de campo/estudo de caso)</a:t>
            </a:r>
          </a:p>
          <a:p>
            <a:pPr algn="just">
              <a:lnSpc>
                <a:spcPct val="150000"/>
              </a:lnSpc>
            </a:pPr>
            <a:r>
              <a:rPr lang="pt-BR" sz="2400" dirty="0">
                <a:latin typeface="Urbanist" panose="020B0A04040200000203" pitchFamily="34" charset="0"/>
                <a:ea typeface="Urbanist" panose="020B0A04040200000203" pitchFamily="34" charset="0"/>
                <a:cs typeface="Urbanist" panose="020B0A04040200000203" pitchFamily="34" charset="0"/>
              </a:rPr>
              <a:t>1. Cenário/Local</a:t>
            </a:r>
          </a:p>
          <a:p>
            <a:pPr algn="just">
              <a:lnSpc>
                <a:spcPct val="150000"/>
              </a:lnSpc>
            </a:pPr>
            <a:r>
              <a:rPr lang="pt-BR" sz="2400" dirty="0">
                <a:latin typeface="Urbanist" panose="020B0A04040200000203" pitchFamily="34" charset="0"/>
                <a:ea typeface="Urbanist" panose="020B0A04040200000203" pitchFamily="34" charset="0"/>
                <a:cs typeface="Urbanist" panose="020B0A04040200000203" pitchFamily="34" charset="0"/>
              </a:rPr>
              <a:t>2. Participantes/Sujeitos</a:t>
            </a:r>
          </a:p>
        </p:txBody>
      </p:sp>
      <p:sp>
        <p:nvSpPr>
          <p:cNvPr id="4" name="Google Shape;102;p4">
            <a:extLst>
              <a:ext uri="{FF2B5EF4-FFF2-40B4-BE49-F238E27FC236}">
                <a16:creationId xmlns:a16="http://schemas.microsoft.com/office/drawing/2014/main" id="{AA5BF598-0C0B-AE2F-604C-2EB4F078B01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96450" y="210633"/>
            <a:ext cx="2137422" cy="324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500" rIns="0" bIns="0" anchor="t" anchorCtr="0">
            <a:spAutoFit/>
          </a:bodyPr>
          <a:lstStyle/>
          <a:p>
            <a:pPr marL="1270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2000" dirty="0"/>
              <a:t>METODOLOGIA</a:t>
            </a:r>
            <a:endParaRPr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6EFEF543-A437-91FB-86A1-B5E6924E6E68}"/>
              </a:ext>
            </a:extLst>
          </p:cNvPr>
          <p:cNvSpPr txBox="1"/>
          <p:nvPr/>
        </p:nvSpPr>
        <p:spPr>
          <a:xfrm>
            <a:off x="1076324" y="744200"/>
            <a:ext cx="10067925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b="1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Coleta e análise de dados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pt-BR" sz="2400" b="1" i="0" u="none" strike="noStrike" baseline="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indent="-342900" algn="just">
              <a:buFont typeface="+mj-lt"/>
              <a:buAutoNum type="arabicPeriod"/>
            </a:pPr>
            <a:r>
              <a:rPr lang="pt-BR" sz="2400" i="0" u="none" strike="noStrike" baseline="0" dirty="0">
                <a:solidFill>
                  <a:srgbClr val="000000"/>
                </a:solidFill>
                <a:latin typeface="Urbanist" panose="020B0A04040200000203" pitchFamily="34" charset="0"/>
                <a:ea typeface="Urbanist" panose="020B0A04040200000203" pitchFamily="34" charset="0"/>
                <a:cs typeface="Urbanist" panose="020B0A04040200000203" pitchFamily="34" charset="0"/>
              </a:rPr>
              <a:t>Instrumentos de Coleta (questionários, roteiros de entrevista, diários de campo, ou bases de dados acadêmicas no caso de revisão de literatura);</a:t>
            </a:r>
          </a:p>
          <a:p>
            <a:pPr indent="-342900" algn="just">
              <a:buFont typeface="+mj-lt"/>
              <a:buAutoNum type="arabicPeriod"/>
            </a:pPr>
            <a:r>
              <a:rPr lang="pt-BR" sz="2400" i="0" u="none" strike="noStrike" baseline="0" dirty="0">
                <a:solidFill>
                  <a:srgbClr val="000000"/>
                </a:solidFill>
                <a:latin typeface="Urbanist" panose="020B0A04040200000203" pitchFamily="34" charset="0"/>
                <a:ea typeface="Urbanist" panose="020B0A04040200000203" pitchFamily="34" charset="0"/>
                <a:cs typeface="Urbanist" panose="020B0A04040200000203" pitchFamily="34" charset="0"/>
              </a:rPr>
              <a:t>Procedimento de Análise (Como esses dados foram organizados e interpretados?).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pt-BR" sz="2400" b="1" dirty="0">
              <a:solidFill>
                <a:srgbClr val="000000"/>
              </a:solidFill>
              <a:latin typeface="Urbanist" panose="020B0A04040200000203" pitchFamily="34" charset="0"/>
              <a:ea typeface="Urbanist" panose="020B0A04040200000203" pitchFamily="34" charset="0"/>
              <a:cs typeface="Urbanist" panose="020B0A04040200000203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b="1" i="0" u="none" strike="noStrike" baseline="0" dirty="0">
                <a:solidFill>
                  <a:srgbClr val="000000"/>
                </a:solidFill>
                <a:latin typeface="Urbanist" panose="020B0A04040200000203" pitchFamily="34" charset="0"/>
                <a:ea typeface="Urbanist" panose="020B0A04040200000203" pitchFamily="34" charset="0"/>
                <a:cs typeface="Urbanist" panose="020B0A04040200000203" pitchFamily="34" charset="0"/>
              </a:rPr>
              <a:t>Aspectos éticos (se aplicável)</a:t>
            </a:r>
          </a:p>
          <a:p>
            <a:pPr algn="just">
              <a:lnSpc>
                <a:spcPct val="150000"/>
              </a:lnSpc>
            </a:pPr>
            <a:r>
              <a:rPr lang="pt-BR" sz="2400" dirty="0">
                <a:solidFill>
                  <a:srgbClr val="000000"/>
                </a:solidFill>
                <a:latin typeface="Urbanist" panose="020B0A04040200000203" pitchFamily="34" charset="0"/>
                <a:ea typeface="Urbanist" panose="020B0A04040200000203" pitchFamily="34" charset="0"/>
                <a:cs typeface="Urbanist" panose="020B0A04040200000203" pitchFamily="34" charset="0"/>
              </a:rPr>
              <a:t>Para pesquisas envolvendo seres humanos, indique como os preceitos éticos foram respeitados </a:t>
            </a:r>
          </a:p>
        </p:txBody>
      </p:sp>
      <p:sp>
        <p:nvSpPr>
          <p:cNvPr id="6" name="Google Shape;102;p4">
            <a:extLst>
              <a:ext uri="{FF2B5EF4-FFF2-40B4-BE49-F238E27FC236}">
                <a16:creationId xmlns:a16="http://schemas.microsoft.com/office/drawing/2014/main" id="{9641D472-59C5-4F78-C86E-42E864C59D9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96450" y="210633"/>
            <a:ext cx="2137422" cy="324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500" rIns="0" bIns="0" anchor="t" anchorCtr="0">
            <a:spAutoFit/>
          </a:bodyPr>
          <a:lstStyle/>
          <a:p>
            <a:pPr marL="1270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2000" dirty="0"/>
              <a:t>METODOLOGIA</a:t>
            </a:r>
            <a:endParaRPr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02;p4">
            <a:extLst>
              <a:ext uri="{FF2B5EF4-FFF2-40B4-BE49-F238E27FC236}">
                <a16:creationId xmlns:a16="http://schemas.microsoft.com/office/drawing/2014/main" id="{8A1F8311-5671-4038-E0AB-589F3F8E19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76324" y="572583"/>
            <a:ext cx="7896225" cy="693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500" rIns="0" bIns="0" anchor="t" anchorCtr="0">
            <a:spAutoFit/>
          </a:bodyPr>
          <a:lstStyle/>
          <a:p>
            <a:pPr marL="12700" marR="5080" lvl="0" indent="74930">
              <a:buSzPts val="4400"/>
            </a:pPr>
            <a:r>
              <a:rPr lang="pt-BR" sz="4400" dirty="0"/>
              <a:t>4 Fundamentação Teórica</a:t>
            </a:r>
          </a:p>
        </p:txBody>
      </p:sp>
      <p:sp>
        <p:nvSpPr>
          <p:cNvPr id="3" name="Google Shape;103;p4">
            <a:extLst>
              <a:ext uri="{FF2B5EF4-FFF2-40B4-BE49-F238E27FC236}">
                <a16:creationId xmlns:a16="http://schemas.microsoft.com/office/drawing/2014/main" id="{5E27406C-7900-EAA1-4382-874F83568B0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76325" y="1581653"/>
            <a:ext cx="10048876" cy="4075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indent="-457200" algn="just"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srgbClr val="000000"/>
                </a:solidFill>
                <a:latin typeface="Urbanist" panose="020B0A04040200000203" pitchFamily="34" charset="0"/>
                <a:ea typeface="Urbanist" panose="020B0A04040200000203" pitchFamily="34" charset="0"/>
                <a:cs typeface="Urbanist" panose="020B0A04040200000203" pitchFamily="34" charset="0"/>
              </a:rPr>
              <a:t>Seleção de Autores Clássicos e Contemporâneos: </a:t>
            </a:r>
            <a:r>
              <a:rPr lang="pt-BR" sz="2400" dirty="0">
                <a:solidFill>
                  <a:srgbClr val="000000"/>
                </a:solidFill>
                <a:latin typeface="Urbanist" panose="020B0A04040200000203" pitchFamily="34" charset="0"/>
                <a:ea typeface="Urbanist" panose="020B0A04040200000203" pitchFamily="34" charset="0"/>
                <a:cs typeface="Urbanist" panose="020B0A04040200000203" pitchFamily="34" charset="0"/>
              </a:rPr>
              <a:t>Não queira expor toda a revisão literária do seu texto. Traga apenas os conceitos fundamentais mais importantes para explicar os resultados.</a:t>
            </a:r>
          </a:p>
          <a:p>
            <a:pPr indent="-457200" algn="just">
              <a:buFont typeface="Arial" panose="020B0604020202020204" pitchFamily="34" charset="0"/>
              <a:buChar char="•"/>
            </a:pPr>
            <a:endParaRPr lang="pt-BR" sz="2400" dirty="0">
              <a:solidFill>
                <a:srgbClr val="000000"/>
              </a:solidFill>
              <a:latin typeface="Urbanist" panose="020B0A04040200000203" pitchFamily="34" charset="0"/>
              <a:ea typeface="Urbanist" panose="020B0A04040200000203" pitchFamily="34" charset="0"/>
              <a:cs typeface="Urbanist" panose="020B0A04040200000203" pitchFamily="34" charset="0"/>
            </a:endParaRPr>
          </a:p>
          <a:p>
            <a:pPr indent="-457200" algn="just"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srgbClr val="000000"/>
                </a:solidFill>
                <a:latin typeface="Urbanist" panose="020B0A04040200000203" pitchFamily="34" charset="0"/>
                <a:ea typeface="Urbanist" panose="020B0A04040200000203" pitchFamily="34" charset="0"/>
                <a:cs typeface="Urbanist" panose="020B0A04040200000203" pitchFamily="34" charset="0"/>
              </a:rPr>
              <a:t>Evite Citações Longas: </a:t>
            </a:r>
            <a:r>
              <a:rPr lang="pt-BR" sz="2400" dirty="0">
                <a:solidFill>
                  <a:srgbClr val="000000"/>
                </a:solidFill>
                <a:latin typeface="Urbanist" panose="020B0A04040200000203" pitchFamily="34" charset="0"/>
                <a:ea typeface="Urbanist" panose="020B0A04040200000203" pitchFamily="34" charset="0"/>
                <a:cs typeface="Urbanist" panose="020B0A04040200000203" pitchFamily="34" charset="0"/>
              </a:rPr>
              <a:t>Blocos grandes de texto dão a impressão de despreparo. Prefira citar em tópicos curtos relacionando o nome do autor com o ano correspondente (</a:t>
            </a:r>
            <a:r>
              <a:rPr lang="pt-BR" sz="2400" dirty="0" err="1">
                <a:solidFill>
                  <a:srgbClr val="000000"/>
                </a:solidFill>
                <a:latin typeface="Urbanist" panose="020B0A04040200000203" pitchFamily="34" charset="0"/>
                <a:ea typeface="Urbanist" panose="020B0A04040200000203" pitchFamily="34" charset="0"/>
                <a:cs typeface="Urbanist" panose="020B0A04040200000203" pitchFamily="34" charset="0"/>
              </a:rPr>
              <a:t>ex</a:t>
            </a:r>
            <a:r>
              <a:rPr lang="pt-BR" sz="2400" dirty="0">
                <a:solidFill>
                  <a:srgbClr val="000000"/>
                </a:solidFill>
                <a:latin typeface="Urbanist" panose="020B0A04040200000203" pitchFamily="34" charset="0"/>
                <a:ea typeface="Urbanist" panose="020B0A04040200000203" pitchFamily="34" charset="0"/>
                <a:cs typeface="Urbanist" panose="020B0A04040200000203" pitchFamily="34" charset="0"/>
              </a:rPr>
              <a:t>: Silva, 2024).</a:t>
            </a:r>
          </a:p>
          <a:p>
            <a:pPr indent="-457200" algn="just">
              <a:buFont typeface="Arial" panose="020B0604020202020204" pitchFamily="34" charset="0"/>
              <a:buChar char="•"/>
            </a:pPr>
            <a:endParaRPr lang="pt-BR" sz="2400" dirty="0">
              <a:solidFill>
                <a:srgbClr val="000000"/>
              </a:solidFill>
              <a:latin typeface="Urbanist" panose="020B0A04040200000203" pitchFamily="34" charset="0"/>
              <a:ea typeface="Urbanist" panose="020B0A04040200000203" pitchFamily="34" charset="0"/>
              <a:cs typeface="Urbanist" panose="020B0A04040200000203" pitchFamily="34" charset="0"/>
            </a:endParaRPr>
          </a:p>
          <a:p>
            <a:pPr indent="-457200" algn="just"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srgbClr val="000000"/>
                </a:solidFill>
                <a:latin typeface="Urbanist" panose="020B0A04040200000203" pitchFamily="34" charset="0"/>
                <a:ea typeface="Urbanist" panose="020B0A04040200000203" pitchFamily="34" charset="0"/>
                <a:cs typeface="Urbanist" panose="020B0A04040200000203" pitchFamily="34" charset="0"/>
              </a:rPr>
              <a:t>Conexão Teórica: </a:t>
            </a:r>
            <a:r>
              <a:rPr lang="pt-BR" sz="2400" dirty="0">
                <a:solidFill>
                  <a:srgbClr val="000000"/>
                </a:solidFill>
                <a:latin typeface="Urbanist" panose="020B0A04040200000203" pitchFamily="34" charset="0"/>
                <a:ea typeface="Urbanist" panose="020B0A04040200000203" pitchFamily="34" charset="0"/>
                <a:cs typeface="Urbanist" panose="020B0A04040200000203" pitchFamily="34" charset="0"/>
              </a:rPr>
              <a:t>Mostre brevemente de que maneira as correntes teóricas escolhidas conversam com a problemática inicial levantada no seu trabalho.</a:t>
            </a:r>
            <a:endParaRPr lang="pt-BR" sz="2400" dirty="0">
              <a:latin typeface="Urbanist" panose="020B0A04040200000203" pitchFamily="34" charset="0"/>
              <a:ea typeface="Urbanist" panose="020B0A04040200000203" pitchFamily="34" charset="0"/>
              <a:cs typeface="Urbanist" panose="020B0A04040200000203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8"/>
          <p:cNvSpPr txBox="1">
            <a:spLocks noGrp="1"/>
          </p:cNvSpPr>
          <p:nvPr>
            <p:ph type="title"/>
          </p:nvPr>
        </p:nvSpPr>
        <p:spPr>
          <a:xfrm>
            <a:off x="1066800" y="642957"/>
            <a:ext cx="8963259" cy="624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5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dirty="0"/>
              <a:t>5 RESULTADOS E DISCUSSÃO</a:t>
            </a:r>
            <a:endParaRPr dirty="0"/>
          </a:p>
        </p:txBody>
      </p:sp>
      <p:sp>
        <p:nvSpPr>
          <p:cNvPr id="139" name="Google Shape;139;p8"/>
          <p:cNvSpPr txBox="1">
            <a:spLocks noGrp="1"/>
          </p:cNvSpPr>
          <p:nvPr>
            <p:ph type="body" idx="1"/>
          </p:nvPr>
        </p:nvSpPr>
        <p:spPr>
          <a:xfrm>
            <a:off x="1066800" y="2001333"/>
            <a:ext cx="10067925" cy="25981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0" indent="0" algn="just"/>
            <a:r>
              <a:rPr lang="pt-BR" sz="2400" dirty="0">
                <a:solidFill>
                  <a:srgbClr val="000000"/>
                </a:solidFill>
                <a:latin typeface="Urbanist" panose="020B0A04040200000203" pitchFamily="34" charset="0"/>
                <a:ea typeface="Urbanist" panose="020B0A04040200000203" pitchFamily="34" charset="0"/>
                <a:cs typeface="Urbanist" panose="020B0A04040200000203" pitchFamily="34" charset="0"/>
              </a:rPr>
              <a:t>Devem ser descritos de forma objetiva, sem interpretação os resultados das análises quantitativa e qualitativa dos dados e informações obtidas na pesquisa, confrontando ao problema, aos objetivos, as hipóteses e ao referencial teórico. Os resultados tratam da análise dos fatos apresentados, ou seja, os dados obtidos, as estatísticas, comparações com outros estudos e outras observações. Apresenta os resultados parciais obtidos ao longo da pesquisa.</a:t>
            </a:r>
            <a:endParaRPr lang="pt-BR" sz="2400" dirty="0">
              <a:latin typeface="Urbanist" panose="020B0A04040200000203" pitchFamily="34" charset="0"/>
              <a:ea typeface="Urbanist" panose="020B0A04040200000203" pitchFamily="34" charset="0"/>
              <a:cs typeface="Urbanist" panose="020B0A04040200000203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9"/>
          <p:cNvSpPr txBox="1">
            <a:spLocks noGrp="1"/>
          </p:cNvSpPr>
          <p:nvPr>
            <p:ph type="title"/>
          </p:nvPr>
        </p:nvSpPr>
        <p:spPr>
          <a:xfrm>
            <a:off x="1076325" y="633432"/>
            <a:ext cx="7181850" cy="6322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500" rIns="0" bIns="0" anchor="t" anchorCtr="0">
            <a:spAutoFit/>
          </a:bodyPr>
          <a:lstStyle/>
          <a:p>
            <a:pPr marL="12700" marR="5080" lvl="0" indent="74930">
              <a:buSzPts val="4400"/>
            </a:pPr>
            <a:r>
              <a:rPr lang="pt-BR" sz="4000" dirty="0"/>
              <a:t>6 CONSIDERAÇÕES FINAIS</a:t>
            </a:r>
          </a:p>
        </p:txBody>
      </p:sp>
      <p:sp>
        <p:nvSpPr>
          <p:cNvPr id="145" name="Google Shape;145;p9"/>
          <p:cNvSpPr txBox="1">
            <a:spLocks noGrp="1"/>
          </p:cNvSpPr>
          <p:nvPr>
            <p:ph type="body" idx="1"/>
          </p:nvPr>
        </p:nvSpPr>
        <p:spPr>
          <a:xfrm>
            <a:off x="1076326" y="2005541"/>
            <a:ext cx="10039350" cy="1859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0" indent="0" algn="just"/>
            <a:r>
              <a:rPr lang="pt-BR" sz="2400" dirty="0">
                <a:solidFill>
                  <a:srgbClr val="000000"/>
                </a:solidFill>
                <a:latin typeface="Urbanist" panose="020B0A04040200000203" pitchFamily="34" charset="0"/>
                <a:ea typeface="Urbanist" panose="020B0A04040200000203" pitchFamily="34" charset="0"/>
                <a:cs typeface="Urbanist" panose="020B0A04040200000203" pitchFamily="34" charset="0"/>
              </a:rPr>
              <a:t>O fechamento científico. Retome a hipótese ou pergunta inicial para responder se ela foi validada ou refutada. Indique de forma honesta as limitações da pesquisa (amostras restritas, tempo) e aponte direcionamentos para futuros estudos que deem continuidade à sua jornada investigativa.</a:t>
            </a:r>
            <a:endParaRPr lang="pt-BR" sz="2400" dirty="0">
              <a:latin typeface="Urbanist" panose="020B0A04040200000203" pitchFamily="34" charset="0"/>
              <a:ea typeface="Urbanist" panose="020B0A04040200000203" pitchFamily="34" charset="0"/>
              <a:cs typeface="Urbanist" panose="020B0A04040200000203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0"/>
          <p:cNvSpPr txBox="1">
            <a:spLocks noGrp="1"/>
          </p:cNvSpPr>
          <p:nvPr>
            <p:ph type="title"/>
          </p:nvPr>
        </p:nvSpPr>
        <p:spPr>
          <a:xfrm>
            <a:off x="1066800" y="632891"/>
            <a:ext cx="3810836" cy="633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5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dirty="0"/>
              <a:t>REFERÊNCIAS</a:t>
            </a:r>
            <a:endParaRPr dirty="0"/>
          </a:p>
        </p:txBody>
      </p:sp>
      <p:sp>
        <p:nvSpPr>
          <p:cNvPr id="151" name="Google Shape;151;p10"/>
          <p:cNvSpPr txBox="1"/>
          <p:nvPr/>
        </p:nvSpPr>
        <p:spPr>
          <a:xfrm>
            <a:off x="1066800" y="2002154"/>
            <a:ext cx="10067925" cy="1120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algn="just"/>
            <a:r>
              <a:rPr lang="pt-BR" sz="2400" dirty="0">
                <a:latin typeface="Urbanist" panose="020B0A04040200000203" pitchFamily="34" charset="0"/>
                <a:ea typeface="Urbanist" panose="020B0A04040200000203" pitchFamily="34" charset="0"/>
                <a:cs typeface="Urbanist" panose="020B0A04040200000203" pitchFamily="34" charset="0"/>
              </a:rPr>
              <a:t>Nesta página deve constar a listagem de todos os documentos, livros, artigos, teses e legislações que foram citados (direta ou indiretamente) ao longo de todo seu TCC.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1"/>
          <p:cNvSpPr txBox="1">
            <a:spLocks noGrp="1"/>
          </p:cNvSpPr>
          <p:nvPr>
            <p:ph type="title"/>
          </p:nvPr>
        </p:nvSpPr>
        <p:spPr>
          <a:xfrm>
            <a:off x="3945250" y="2804150"/>
            <a:ext cx="5337000" cy="8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5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5400"/>
              <a:t>OBRIGADO(A)!</a:t>
            </a:r>
            <a:endParaRPr sz="54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Agrupar 9">
            <a:extLst>
              <a:ext uri="{FF2B5EF4-FFF2-40B4-BE49-F238E27FC236}">
                <a16:creationId xmlns:a16="http://schemas.microsoft.com/office/drawing/2014/main" id="{86390718-2545-1DD5-3A45-95CFCB510563}"/>
              </a:ext>
            </a:extLst>
          </p:cNvPr>
          <p:cNvGrpSpPr/>
          <p:nvPr/>
        </p:nvGrpSpPr>
        <p:grpSpPr>
          <a:xfrm>
            <a:off x="2441749" y="2452891"/>
            <a:ext cx="7091021" cy="1606642"/>
            <a:chOff x="1066800" y="1991795"/>
            <a:chExt cx="10852688" cy="2213474"/>
          </a:xfrm>
        </p:grpSpPr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E5448891-5025-696D-480B-A4804F47004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66800" y="1991795"/>
              <a:ext cx="4305300" cy="2213474"/>
            </a:xfrm>
            <a:prstGeom prst="rect">
              <a:avLst/>
            </a:prstGeom>
          </p:spPr>
        </p:pic>
        <p:pic>
          <p:nvPicPr>
            <p:cNvPr id="7" name="Imagem 6">
              <a:extLst>
                <a:ext uri="{FF2B5EF4-FFF2-40B4-BE49-F238E27FC236}">
                  <a16:creationId xmlns:a16="http://schemas.microsoft.com/office/drawing/2014/main" id="{DB2B9FA5-A28C-9C12-51F1-5FFF9500B02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18405" r="19605"/>
            <a:stretch>
              <a:fillRect/>
            </a:stretch>
          </p:blipFill>
          <p:spPr>
            <a:xfrm>
              <a:off x="5248275" y="2407970"/>
              <a:ext cx="2419350" cy="1381125"/>
            </a:xfrm>
            <a:prstGeom prst="rect">
              <a:avLst/>
            </a:prstGeom>
          </p:spPr>
        </p:pic>
        <p:pic>
          <p:nvPicPr>
            <p:cNvPr id="9" name="Imagem 8">
              <a:extLst>
                <a:ext uri="{FF2B5EF4-FFF2-40B4-BE49-F238E27FC236}">
                  <a16:creationId xmlns:a16="http://schemas.microsoft.com/office/drawing/2014/main" id="{52A31340-68DB-FFD9-6AE1-75460034780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543800" y="2114551"/>
              <a:ext cx="4375688" cy="178935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619</Words>
  <Application>Microsoft Office PowerPoint</Application>
  <PresentationFormat>Widescreen</PresentationFormat>
  <Paragraphs>59</Paragraphs>
  <Slides>14</Slides>
  <Notes>14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19" baseType="lpstr">
      <vt:lpstr>Arial</vt:lpstr>
      <vt:lpstr>Urbanist</vt:lpstr>
      <vt:lpstr>Calibri</vt:lpstr>
      <vt:lpstr>Poppins</vt:lpstr>
      <vt:lpstr>Office Theme</vt:lpstr>
      <vt:lpstr>Apresentação do PowerPoint</vt:lpstr>
      <vt:lpstr>1 INTRODUÇÃO</vt:lpstr>
      <vt:lpstr>1.1 Problema da pesquisa</vt:lpstr>
      <vt:lpstr>1.2 Justificativa</vt:lpstr>
      <vt:lpstr>2 OBJETIVOS</vt:lpstr>
      <vt:lpstr>3 METODOLOGIA</vt:lpstr>
      <vt:lpstr>METODOLOGIA</vt:lpstr>
      <vt:lpstr>METODOLOGIA</vt:lpstr>
      <vt:lpstr>4 Fundamentação Teórica</vt:lpstr>
      <vt:lpstr>5 RESULTADOS E DISCUSSÃO</vt:lpstr>
      <vt:lpstr>6 CONSIDERAÇÕES FINAIS</vt:lpstr>
      <vt:lpstr>REFERÊNCIAS</vt:lpstr>
      <vt:lpstr>OBRIGADO(A)!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</dc:creator>
  <cp:lastModifiedBy>off uemanet03</cp:lastModifiedBy>
  <cp:revision>2</cp:revision>
  <dcterms:created xsi:type="dcterms:W3CDTF">2023-04-03T15:57:00Z</dcterms:created>
  <dcterms:modified xsi:type="dcterms:W3CDTF">2026-06-23T14:04:01Z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2023-04-02T21:00:00Z</vt:filetime>
  </property>
  <property fmtid="{D5CDD505-2E9C-101B-9397-08002B2CF9AE}" pid="3" name="Creator">
    <vt:lpwstr>Adobe Illustrator 27.4 (Windows)</vt:lpwstr>
  </property>
  <property fmtid="{D5CDD505-2E9C-101B-9397-08002B2CF9AE}" pid="4" name="GTS_PDFXConformance">
    <vt:lpwstr>PDF/X-1a:2001</vt:lpwstr>
  </property>
  <property fmtid="{D5CDD505-2E9C-101B-9397-08002B2CF9AE}" pid="5" name="GTS_PDFXVersion">
    <vt:lpwstr>PDF/X-1:2001</vt:lpwstr>
  </property>
  <property fmtid="{D5CDD505-2E9C-101B-9397-08002B2CF9AE}" pid="6" name="LastSaved">
    <vt:filetime>2023-04-02T21:00:00Z</vt:filetime>
  </property>
  <property fmtid="{D5CDD505-2E9C-101B-9397-08002B2CF9AE}" pid="7" name="Producer">
    <vt:lpwstr>Adobe PDF library 17.00</vt:lpwstr>
  </property>
  <property fmtid="{D5CDD505-2E9C-101B-9397-08002B2CF9AE}" pid="8" name="ICV">
    <vt:lpwstr>B38486280A434C8CA1CB2A8D3F7A446B_12</vt:lpwstr>
  </property>
  <property fmtid="{D5CDD505-2E9C-101B-9397-08002B2CF9AE}" pid="9" name="KSOProductBuildVer">
    <vt:lpwstr>1046-12.2.0.21546</vt:lpwstr>
  </property>
</Properties>
</file>